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88" r:id="rId4"/>
  </p:sldMasterIdLst>
  <p:notesMasterIdLst>
    <p:notesMasterId r:id="rId6"/>
  </p:notesMasterIdLst>
  <p:handoutMasterIdLst>
    <p:handoutMasterId r:id="rId39"/>
  </p:handoutMasterIdLst>
  <p:sldIdLst>
    <p:sldId id="321" r:id="rId5"/>
    <p:sldId id="261" r:id="rId7"/>
    <p:sldId id="262" r:id="rId8"/>
    <p:sldId id="282" r:id="rId9"/>
    <p:sldId id="264" r:id="rId10"/>
    <p:sldId id="265" r:id="rId11"/>
    <p:sldId id="283" r:id="rId12"/>
    <p:sldId id="284" r:id="rId13"/>
    <p:sldId id="268" r:id="rId14"/>
    <p:sldId id="289" r:id="rId15"/>
    <p:sldId id="290" r:id="rId16"/>
    <p:sldId id="269" r:id="rId17"/>
    <p:sldId id="270" r:id="rId18"/>
    <p:sldId id="285" r:id="rId19"/>
    <p:sldId id="286" r:id="rId20"/>
    <p:sldId id="276" r:id="rId21"/>
    <p:sldId id="277" r:id="rId22"/>
    <p:sldId id="292" r:id="rId23"/>
    <p:sldId id="279" r:id="rId24"/>
    <p:sldId id="304" r:id="rId25"/>
    <p:sldId id="305" r:id="rId26"/>
    <p:sldId id="306" r:id="rId27"/>
    <p:sldId id="280" r:id="rId28"/>
    <p:sldId id="288" r:id="rId29"/>
    <p:sldId id="293" r:id="rId30"/>
    <p:sldId id="295" r:id="rId31"/>
    <p:sldId id="296" r:id="rId32"/>
    <p:sldId id="297" r:id="rId33"/>
    <p:sldId id="298" r:id="rId34"/>
    <p:sldId id="301" r:id="rId35"/>
    <p:sldId id="302" r:id="rId36"/>
    <p:sldId id="322" r:id="rId37"/>
    <p:sldId id="281" r:id="rId3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_1679281038" initials="W" lastIdx="0" clrIdx="0"/>
  <p:cmAuthor id="2" name="kechuying" initials="k" lastIdx="0" clrIdx="1"/>
  <p:cmAuthor id="3"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handoutMaster" Target="handoutMasters/handoutMaster1.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90"/>
            </a:lvl1pPr>
          </a:lstStyle>
          <a:p>
            <a:endParaRPr lang="zh-CN" altLang="en-US"/>
          </a:p>
        </p:txBody>
      </p:sp>
      <p:sp>
        <p:nvSpPr>
          <p:cNvPr id="3" name="日期占位符 2"/>
          <p:cNvSpPr>
            <a:spLocks noGrp="1"/>
          </p:cNvSpPr>
          <p:nvPr>
            <p:ph type="dt" sz="quarter" idx="1"/>
          </p:nvPr>
        </p:nvSpPr>
        <p:spPr>
          <a:xfrm>
            <a:off x="4167998" y="0"/>
            <a:ext cx="3188595" cy="574719"/>
          </a:xfrm>
          <a:prstGeom prst="rect">
            <a:avLst/>
          </a:prstGeom>
        </p:spPr>
        <p:txBody>
          <a:bodyPr vert="horz" lIns="91440" tIns="45720" rIns="91440" bIns="45720" rtlCol="0"/>
          <a:lstStyle>
            <a:lvl1pPr algn="r">
              <a:defRPr sz="129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879875"/>
            <a:ext cx="3188595" cy="574718"/>
          </a:xfrm>
          <a:prstGeom prst="rect">
            <a:avLst/>
          </a:prstGeom>
        </p:spPr>
        <p:txBody>
          <a:bodyPr vert="horz" lIns="91440" tIns="45720" rIns="91440" bIns="45720" rtlCol="0" anchor="b"/>
          <a:lstStyle>
            <a:lvl1pPr algn="l">
              <a:defRPr sz="1290"/>
            </a:lvl1pPr>
          </a:lstStyle>
          <a:p>
            <a:endParaRPr lang="zh-CN" altLang="en-US"/>
          </a:p>
        </p:txBody>
      </p:sp>
      <p:sp>
        <p:nvSpPr>
          <p:cNvPr id="5" name="灯片编号占位符 4"/>
          <p:cNvSpPr>
            <a:spLocks noGrp="1"/>
          </p:cNvSpPr>
          <p:nvPr>
            <p:ph type="sldNum" sz="quarter" idx="3"/>
          </p:nvPr>
        </p:nvSpPr>
        <p:spPr>
          <a:xfrm>
            <a:off x="4167998" y="10879875"/>
            <a:ext cx="3188595" cy="574718"/>
          </a:xfrm>
          <a:prstGeom prst="rect">
            <a:avLst/>
          </a:prstGeom>
        </p:spPr>
        <p:txBody>
          <a:bodyPr vert="horz" lIns="91440" tIns="45720" rIns="91440" bIns="45720" rtlCol="0" anchor="b"/>
          <a:lstStyle>
            <a:lvl1pPr algn="r">
              <a:defRPr sz="129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67998" y="0"/>
            <a:ext cx="3188595" cy="574719"/>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42770" y="1431824"/>
            <a:ext cx="6872756" cy="38659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5830" y="5512523"/>
            <a:ext cx="5886637" cy="4510246"/>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10879875"/>
            <a:ext cx="3188595" cy="5747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67998" y="10879875"/>
            <a:ext cx="3188595" cy="57471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2025神经外科一病区：时间：石燕2025年12月12日</a:t>
            </a:r>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0" Type="http://schemas.openxmlformats.org/officeDocument/2006/relationships/tags" Target="../tags/tag3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7" Type="http://schemas.openxmlformats.org/officeDocument/2006/relationships/tags" Target="../tags/tag133.xml"/><Relationship Id="rId16" Type="http://schemas.openxmlformats.org/officeDocument/2006/relationships/tags" Target="../tags/tag132.xml"/><Relationship Id="rId15" Type="http://schemas.openxmlformats.org/officeDocument/2006/relationships/tags" Target="../tags/tag131.xml"/><Relationship Id="rId14" Type="http://schemas.openxmlformats.org/officeDocument/2006/relationships/tags" Target="../tags/tag130.xml"/><Relationship Id="rId13" Type="http://schemas.openxmlformats.org/officeDocument/2006/relationships/tags" Target="../tags/tag129.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tags" Target="../tags/tag151.xml"/><Relationship Id="rId6" Type="http://schemas.openxmlformats.org/officeDocument/2006/relationships/tags" Target="../tags/tag150.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7" Type="http://schemas.openxmlformats.org/officeDocument/2006/relationships/tags" Target="../tags/tag161.xml"/><Relationship Id="rId16" Type="http://schemas.openxmlformats.org/officeDocument/2006/relationships/tags" Target="../tags/tag160.xml"/><Relationship Id="rId15" Type="http://schemas.openxmlformats.org/officeDocument/2006/relationships/tags" Target="../tags/tag159.xml"/><Relationship Id="rId14" Type="http://schemas.openxmlformats.org/officeDocument/2006/relationships/tags" Target="../tags/tag158.xml"/><Relationship Id="rId13" Type="http://schemas.openxmlformats.org/officeDocument/2006/relationships/tags" Target="../tags/tag157.xml"/><Relationship Id="rId12" Type="http://schemas.openxmlformats.org/officeDocument/2006/relationships/tags" Target="../tags/tag156.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69.xml"/><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0" Type="http://schemas.openxmlformats.org/officeDocument/2006/relationships/tags" Target="../tags/tag180.xml"/><Relationship Id="rId2" Type="http://schemas.openxmlformats.org/officeDocument/2006/relationships/tags" Target="../tags/tag162.xml"/><Relationship Id="rId19" Type="http://schemas.openxmlformats.org/officeDocument/2006/relationships/tags" Target="../tags/tag179.xml"/><Relationship Id="rId18" Type="http://schemas.openxmlformats.org/officeDocument/2006/relationships/tags" Target="../tags/tag178.xml"/><Relationship Id="rId17" Type="http://schemas.openxmlformats.org/officeDocument/2006/relationships/tags" Target="../tags/tag177.xml"/><Relationship Id="rId16" Type="http://schemas.openxmlformats.org/officeDocument/2006/relationships/tags" Target="../tags/tag176.xml"/><Relationship Id="rId15" Type="http://schemas.openxmlformats.org/officeDocument/2006/relationships/tags" Target="../tags/tag175.xml"/><Relationship Id="rId14" Type="http://schemas.openxmlformats.org/officeDocument/2006/relationships/tags" Target="../tags/tag174.xml"/><Relationship Id="rId13" Type="http://schemas.openxmlformats.org/officeDocument/2006/relationships/tags" Target="../tags/tag173.xml"/><Relationship Id="rId12" Type="http://schemas.openxmlformats.org/officeDocument/2006/relationships/tags" Target="../tags/tag172.xml"/><Relationship Id="rId11" Type="http://schemas.openxmlformats.org/officeDocument/2006/relationships/tags" Target="../tags/tag171.xml"/><Relationship Id="rId10" Type="http://schemas.openxmlformats.org/officeDocument/2006/relationships/tags" Target="../tags/tag170.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88.xml"/><Relationship Id="rId8" Type="http://schemas.openxmlformats.org/officeDocument/2006/relationships/tags" Target="../tags/tag187.xml"/><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5" Type="http://schemas.openxmlformats.org/officeDocument/2006/relationships/tags" Target="../tags/tag194.xml"/><Relationship Id="rId14" Type="http://schemas.openxmlformats.org/officeDocument/2006/relationships/tags" Target="../tags/tag193.xml"/><Relationship Id="rId13" Type="http://schemas.openxmlformats.org/officeDocument/2006/relationships/tags" Target="../tags/tag192.xml"/><Relationship Id="rId12" Type="http://schemas.openxmlformats.org/officeDocument/2006/relationships/tags" Target="../tags/tag191.xml"/><Relationship Id="rId11" Type="http://schemas.openxmlformats.org/officeDocument/2006/relationships/tags" Target="../tags/tag190.xml"/><Relationship Id="rId10" Type="http://schemas.openxmlformats.org/officeDocument/2006/relationships/tags" Target="../tags/tag189.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1" Type="http://schemas.openxmlformats.org/officeDocument/2006/relationships/tags" Target="../tags/tag214.xml"/><Relationship Id="rId20" Type="http://schemas.openxmlformats.org/officeDocument/2006/relationships/tags" Target="../tags/tag213.xml"/><Relationship Id="rId2" Type="http://schemas.openxmlformats.org/officeDocument/2006/relationships/tags" Target="../tags/tag195.xml"/><Relationship Id="rId19" Type="http://schemas.openxmlformats.org/officeDocument/2006/relationships/tags" Target="../tags/tag212.xml"/><Relationship Id="rId18" Type="http://schemas.openxmlformats.org/officeDocument/2006/relationships/tags" Target="../tags/tag211.xml"/><Relationship Id="rId17" Type="http://schemas.openxmlformats.org/officeDocument/2006/relationships/tags" Target="../tags/tag210.xml"/><Relationship Id="rId16" Type="http://schemas.openxmlformats.org/officeDocument/2006/relationships/tags" Target="../tags/tag209.xml"/><Relationship Id="rId15" Type="http://schemas.openxmlformats.org/officeDocument/2006/relationships/tags" Target="../tags/tag208.xml"/><Relationship Id="rId14" Type="http://schemas.openxmlformats.org/officeDocument/2006/relationships/tags" Target="../tags/tag207.xml"/><Relationship Id="rId13" Type="http://schemas.openxmlformats.org/officeDocument/2006/relationships/tags" Target="../tags/tag206.xml"/><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219.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231.xml"/><Relationship Id="rId6" Type="http://schemas.openxmlformats.org/officeDocument/2006/relationships/tags" Target="../tags/tag230.xml"/><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0" Type="http://schemas.openxmlformats.org/officeDocument/2006/relationships/tags" Target="../tags/tag264.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288.xml"/><Relationship Id="rId8" Type="http://schemas.openxmlformats.org/officeDocument/2006/relationships/tags" Target="../tags/tag287.xml"/><Relationship Id="rId7" Type="http://schemas.openxmlformats.org/officeDocument/2006/relationships/tags" Target="../tags/tag286.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8" Type="http://schemas.openxmlformats.org/officeDocument/2006/relationships/tags" Target="../tags/tag297.xml"/><Relationship Id="rId17" Type="http://schemas.openxmlformats.org/officeDocument/2006/relationships/tags" Target="../tags/tag296.xml"/><Relationship Id="rId16" Type="http://schemas.openxmlformats.org/officeDocument/2006/relationships/tags" Target="../tags/tag295.xml"/><Relationship Id="rId15" Type="http://schemas.openxmlformats.org/officeDocument/2006/relationships/tags" Target="../tags/tag294.xml"/><Relationship Id="rId14" Type="http://schemas.openxmlformats.org/officeDocument/2006/relationships/tags" Target="../tags/tag293.xml"/><Relationship Id="rId13" Type="http://schemas.openxmlformats.org/officeDocument/2006/relationships/tags" Target="../tags/tag292.xml"/><Relationship Id="rId12" Type="http://schemas.openxmlformats.org/officeDocument/2006/relationships/tags" Target="../tags/tag291.xml"/><Relationship Id="rId11" Type="http://schemas.openxmlformats.org/officeDocument/2006/relationships/tags" Target="../tags/tag290.xml"/><Relationship Id="rId10" Type="http://schemas.openxmlformats.org/officeDocument/2006/relationships/tags" Target="../tags/tag289.xml"/><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页-上标下内-装饰无-默认位置-并列-3_54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9" hasCustomPrompt="1"/>
            <p:custDataLst>
              <p:tags r:id="rId6"/>
            </p:custDataLst>
          </p:nvPr>
        </p:nvSpPr>
        <p:spPr>
          <a:xfrm>
            <a:off x="609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8" hasCustomPrompt="1"/>
            <p:custDataLst>
              <p:tags r:id="rId7"/>
            </p:custDataLst>
          </p:nvPr>
        </p:nvSpPr>
        <p:spPr>
          <a:xfrm>
            <a:off x="751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1422400" y="1676400"/>
            <a:ext cx="254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1422400" y="2133600"/>
            <a:ext cx="2540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401" hasCustomPrompt="1"/>
            <p:custDataLst>
              <p:tags r:id="rId10"/>
            </p:custDataLst>
          </p:nvPr>
        </p:nvSpPr>
        <p:spPr>
          <a:xfrm>
            <a:off x="4419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400" hasCustomPrompt="1"/>
            <p:custDataLst>
              <p:tags r:id="rId11"/>
            </p:custDataLst>
          </p:nvPr>
        </p:nvSpPr>
        <p:spPr>
          <a:xfrm>
            <a:off x="4561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5232400" y="1676400"/>
            <a:ext cx="254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5232400" y="2133600"/>
            <a:ext cx="2540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403" hasCustomPrompt="1"/>
            <p:custDataLst>
              <p:tags r:id="rId14"/>
            </p:custDataLst>
          </p:nvPr>
        </p:nvSpPr>
        <p:spPr>
          <a:xfrm>
            <a:off x="8229600" y="16764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402" hasCustomPrompt="1"/>
            <p:custDataLst>
              <p:tags r:id="rId15"/>
            </p:custDataLst>
          </p:nvPr>
        </p:nvSpPr>
        <p:spPr>
          <a:xfrm>
            <a:off x="8371840" y="18186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9042400" y="1676400"/>
            <a:ext cx="254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9042400" y="2133600"/>
            <a:ext cx="2540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装饰  3"/>
          <p:cNvSpPr>
            <a:spLocks noGrp="1"/>
          </p:cNvSpPr>
          <p:nvPr>
            <p:ph type="body" idx="16405" hasCustomPrompt="1"/>
            <p:custDataLst>
              <p:tags r:id="rId18"/>
            </p:custDataLst>
          </p:nvPr>
        </p:nvSpPr>
        <p:spPr>
          <a:xfrm>
            <a:off x="609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5" name="图片占位符 24"/>
          <p:cNvSpPr>
            <a:spLocks noGrp="1"/>
          </p:cNvSpPr>
          <p:nvPr>
            <p:ph type="pic" idx="16404" hasCustomPrompt="1"/>
            <p:custDataLst>
              <p:tags r:id="rId19"/>
            </p:custDataLst>
          </p:nvPr>
        </p:nvSpPr>
        <p:spPr>
          <a:xfrm>
            <a:off x="751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6" name="文本占位符 25"/>
          <p:cNvSpPr>
            <a:spLocks noGrp="1"/>
          </p:cNvSpPr>
          <p:nvPr>
            <p:ph type="body" idx="16392" hasCustomPrompt="1"/>
            <p:custDataLst>
              <p:tags r:id="rId20"/>
            </p:custDataLst>
          </p:nvPr>
        </p:nvSpPr>
        <p:spPr>
          <a:xfrm>
            <a:off x="1422400" y="4114800"/>
            <a:ext cx="254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7" name="文本占位符 26"/>
          <p:cNvSpPr>
            <a:spLocks noGrp="1"/>
          </p:cNvSpPr>
          <p:nvPr>
            <p:ph type="body" idx="16393" hasCustomPrompt="1"/>
            <p:custDataLst>
              <p:tags r:id="rId21"/>
            </p:custDataLst>
          </p:nvPr>
        </p:nvSpPr>
        <p:spPr>
          <a:xfrm>
            <a:off x="1422400" y="4572000"/>
            <a:ext cx="2540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8" name="装饰  7"/>
          <p:cNvSpPr>
            <a:spLocks noGrp="1"/>
          </p:cNvSpPr>
          <p:nvPr>
            <p:ph type="body" idx="16407" hasCustomPrompt="1"/>
            <p:custDataLst>
              <p:tags r:id="rId22"/>
            </p:custDataLst>
          </p:nvPr>
        </p:nvSpPr>
        <p:spPr>
          <a:xfrm>
            <a:off x="4419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9" name="图片占位符 28"/>
          <p:cNvSpPr>
            <a:spLocks noGrp="1"/>
          </p:cNvSpPr>
          <p:nvPr>
            <p:ph type="pic" idx="16406" hasCustomPrompt="1"/>
            <p:custDataLst>
              <p:tags r:id="rId23"/>
            </p:custDataLst>
          </p:nvPr>
        </p:nvSpPr>
        <p:spPr>
          <a:xfrm>
            <a:off x="4561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0" name="文本占位符 29"/>
          <p:cNvSpPr>
            <a:spLocks noGrp="1"/>
          </p:cNvSpPr>
          <p:nvPr>
            <p:ph type="body" idx="16394" hasCustomPrompt="1"/>
            <p:custDataLst>
              <p:tags r:id="rId24"/>
            </p:custDataLst>
          </p:nvPr>
        </p:nvSpPr>
        <p:spPr>
          <a:xfrm>
            <a:off x="5232400" y="4114800"/>
            <a:ext cx="254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31" name="文本占位符 30"/>
          <p:cNvSpPr>
            <a:spLocks noGrp="1"/>
          </p:cNvSpPr>
          <p:nvPr>
            <p:ph type="body" idx="16395" hasCustomPrompt="1"/>
            <p:custDataLst>
              <p:tags r:id="rId25"/>
            </p:custDataLst>
          </p:nvPr>
        </p:nvSpPr>
        <p:spPr>
          <a:xfrm>
            <a:off x="5232400" y="4572000"/>
            <a:ext cx="2540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32" name="装饰  1"/>
          <p:cNvSpPr>
            <a:spLocks noGrp="1"/>
          </p:cNvSpPr>
          <p:nvPr>
            <p:ph type="body" idx="16409" hasCustomPrompt="1"/>
            <p:custDataLst>
              <p:tags r:id="rId26"/>
            </p:custDataLst>
          </p:nvPr>
        </p:nvSpPr>
        <p:spPr>
          <a:xfrm>
            <a:off x="8229600" y="4114800"/>
            <a:ext cx="609600" cy="609600"/>
          </a:xfrm>
          <a:custGeom>
            <a:avLst/>
            <a:gdLst>
              <a:gd name="connisteX0" fmla="*/ 0 w 609600"/>
              <a:gd name="connsiteY0" fmla="*/ 304800 h 609600"/>
              <a:gd name="connisteX1" fmla="*/ 304800 w 609600"/>
              <a:gd name="connsiteY1" fmla="*/ 0 h 609600"/>
              <a:gd name="connisteX2" fmla="*/ 304800 w 609600"/>
              <a:gd name="connsiteY2" fmla="*/ 0 h 609600"/>
              <a:gd name="connisteX3" fmla="*/ 609600 w 609600"/>
              <a:gd name="connsiteY3" fmla="*/ 304800 h 609600"/>
              <a:gd name="connisteX4" fmla="*/ 609600 w 609600"/>
              <a:gd name="connsiteY4" fmla="*/ 304800 h 609600"/>
              <a:gd name="connisteX5" fmla="*/ 304800 w 609600"/>
              <a:gd name="connsiteY5" fmla="*/ 609600 h 609600"/>
              <a:gd name="connisteX6" fmla="*/ 304800 w 609600"/>
              <a:gd name="connsiteY6" fmla="*/ 609600 h 609600"/>
              <a:gd name="connisteX7" fmla="*/ 0 w 609600"/>
              <a:gd name="connsiteY7" fmla="*/ 304800 h 609600"/>
              <a:gd name="connisteX8" fmla="*/ 0 w 609600"/>
              <a:gd name="connsiteY8" fmla="*/ 304800 h 60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0" h="609600">
                <a:moveTo>
                  <a:pt x="0" y="304800"/>
                </a:moveTo>
                <a:cubicBezTo>
                  <a:pt x="0" y="136464"/>
                  <a:pt x="136464" y="0"/>
                  <a:pt x="304800" y="0"/>
                </a:cubicBezTo>
                <a:lnTo>
                  <a:pt x="304800" y="0"/>
                </a:lnTo>
                <a:cubicBezTo>
                  <a:pt x="473136" y="0"/>
                  <a:pt x="609600" y="136464"/>
                  <a:pt x="609600" y="304800"/>
                </a:cubicBezTo>
                <a:lnTo>
                  <a:pt x="609600" y="304800"/>
                </a:lnTo>
                <a:cubicBezTo>
                  <a:pt x="609600" y="473136"/>
                  <a:pt x="473136" y="609600"/>
                  <a:pt x="304800" y="609600"/>
                </a:cubicBezTo>
                <a:lnTo>
                  <a:pt x="304800" y="609600"/>
                </a:lnTo>
                <a:cubicBezTo>
                  <a:pt x="136464" y="609600"/>
                  <a:pt x="0" y="473136"/>
                  <a:pt x="0" y="3048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33" name="图片占位符 32"/>
          <p:cNvSpPr>
            <a:spLocks noGrp="1"/>
          </p:cNvSpPr>
          <p:nvPr>
            <p:ph type="pic" idx="16408" hasCustomPrompt="1"/>
            <p:custDataLst>
              <p:tags r:id="rId27"/>
            </p:custDataLst>
          </p:nvPr>
        </p:nvSpPr>
        <p:spPr>
          <a:xfrm>
            <a:off x="8371840" y="4257040"/>
            <a:ext cx="325120" cy="32512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34" name="文本占位符 33"/>
          <p:cNvSpPr>
            <a:spLocks noGrp="1"/>
          </p:cNvSpPr>
          <p:nvPr>
            <p:ph type="body" idx="16396" hasCustomPrompt="1"/>
            <p:custDataLst>
              <p:tags r:id="rId28"/>
            </p:custDataLst>
          </p:nvPr>
        </p:nvSpPr>
        <p:spPr>
          <a:xfrm>
            <a:off x="9042400" y="4114800"/>
            <a:ext cx="2540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35" name="文本占位符 34"/>
          <p:cNvSpPr>
            <a:spLocks noGrp="1"/>
          </p:cNvSpPr>
          <p:nvPr>
            <p:ph type="body" idx="16397" hasCustomPrompt="1"/>
            <p:custDataLst>
              <p:tags r:id="rId29"/>
            </p:custDataLst>
          </p:nvPr>
        </p:nvSpPr>
        <p:spPr>
          <a:xfrm>
            <a:off x="9042400" y="4572000"/>
            <a:ext cx="2540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63_1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4089400"/>
            <a:ext cx="34290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10972800" cy="2946400"/>
          </a:xfrm>
          <a:custGeom>
            <a:avLst/>
            <a:gdLst>
              <a:gd name="connisteX0" fmla="*/ 0 w 10972800"/>
              <a:gd name="connsiteY0" fmla="*/ 203200 h 2946400"/>
              <a:gd name="connisteX1" fmla="*/ 203200 w 10972800"/>
              <a:gd name="connsiteY1" fmla="*/ 0 h 2946400"/>
              <a:gd name="connisteX2" fmla="*/ 10769600 w 10972800"/>
              <a:gd name="connsiteY2" fmla="*/ 0 h 2946400"/>
              <a:gd name="connisteX3" fmla="*/ 10972800 w 10972800"/>
              <a:gd name="connsiteY3" fmla="*/ 203200 h 2946400"/>
              <a:gd name="connisteX4" fmla="*/ 10972800 w 10972800"/>
              <a:gd name="connsiteY4" fmla="*/ 2743200 h 2946400"/>
              <a:gd name="connisteX5" fmla="*/ 10769600 w 10972800"/>
              <a:gd name="connsiteY5" fmla="*/ 2946400 h 2946400"/>
              <a:gd name="connisteX6" fmla="*/ 203200 w 10972800"/>
              <a:gd name="connsiteY6" fmla="*/ 2946400 h 2946400"/>
              <a:gd name="connisteX7" fmla="*/ 0 w 10972800"/>
              <a:gd name="connsiteY7" fmla="*/ 2743200 h 2946400"/>
              <a:gd name="connisteX8" fmla="*/ 0 w 109728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946400">
                <a:moveTo>
                  <a:pt x="0" y="203200"/>
                </a:moveTo>
                <a:cubicBezTo>
                  <a:pt x="0" y="90976"/>
                  <a:pt x="90976" y="0"/>
                  <a:pt x="203200" y="0"/>
                </a:cubicBezTo>
                <a:lnTo>
                  <a:pt x="10769600" y="0"/>
                </a:lnTo>
                <a:cubicBezTo>
                  <a:pt x="10881824" y="0"/>
                  <a:pt x="10972800" y="90976"/>
                  <a:pt x="10972800" y="203200"/>
                </a:cubicBezTo>
                <a:lnTo>
                  <a:pt x="10972800" y="2743200"/>
                </a:lnTo>
                <a:cubicBezTo>
                  <a:pt x="10972800" y="2855424"/>
                  <a:pt x="10881824" y="2946400"/>
                  <a:pt x="10769600" y="2946400"/>
                </a:cubicBezTo>
                <a:lnTo>
                  <a:pt x="203200" y="2946400"/>
                </a:lnTo>
                <a:cubicBezTo>
                  <a:pt x="90976" y="2946400"/>
                  <a:pt x="0" y="2855424"/>
                  <a:pt x="0" y="2743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4648200" y="41656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4648200" y="4724400"/>
            <a:ext cx="31623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8420100" y="4165600"/>
            <a:ext cx="31623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8420100" y="4724400"/>
            <a:ext cx="31623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页-10012_1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6553200" y="20828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88" hasCustomPrompt="1"/>
            <p:custDataLst>
              <p:tags r:id="rId9"/>
            </p:custDataLst>
          </p:nvPr>
        </p:nvSpPr>
        <p:spPr>
          <a:xfrm>
            <a:off x="6553200" y="31496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89" hasCustomPrompt="1"/>
            <p:custDataLst>
              <p:tags r:id="rId10"/>
            </p:custDataLst>
          </p:nvPr>
        </p:nvSpPr>
        <p:spPr>
          <a:xfrm>
            <a:off x="6553200" y="37084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7" name="文本占位符 16"/>
          <p:cNvSpPr>
            <a:spLocks noGrp="1"/>
          </p:cNvSpPr>
          <p:nvPr>
            <p:ph type="body" idx="16390" hasCustomPrompt="1"/>
            <p:custDataLst>
              <p:tags r:id="rId11"/>
            </p:custDataLst>
          </p:nvPr>
        </p:nvSpPr>
        <p:spPr>
          <a:xfrm>
            <a:off x="6553200" y="47752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1" hasCustomPrompt="1"/>
            <p:custDataLst>
              <p:tags r:id="rId12"/>
            </p:custDataLst>
          </p:nvPr>
        </p:nvSpPr>
        <p:spPr>
          <a:xfrm>
            <a:off x="6553200" y="5334000"/>
            <a:ext cx="5029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页-27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5" hasCustomPrompt="1"/>
            <p:custDataLst>
              <p:tags r:id="rId6"/>
            </p:custDataLst>
          </p:nvPr>
        </p:nvSpPr>
        <p:spPr>
          <a:xfrm>
            <a:off x="6096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8572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609600" y="3479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09600" y="3987800"/>
            <a:ext cx="3251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44704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47180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4470400" y="3479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0" hasCustomPrompt="1"/>
            <p:custDataLst>
              <p:tags r:id="rId13"/>
            </p:custDataLst>
          </p:nvPr>
        </p:nvSpPr>
        <p:spPr>
          <a:xfrm>
            <a:off x="4470400" y="3987800"/>
            <a:ext cx="3251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7" hasCustomPrompt="1"/>
            <p:custDataLst>
              <p:tags r:id="rId14"/>
            </p:custDataLst>
          </p:nvPr>
        </p:nvSpPr>
        <p:spPr>
          <a:xfrm>
            <a:off x="8331200" y="1955800"/>
            <a:ext cx="1219200" cy="1219200"/>
          </a:xfrm>
          <a:custGeom>
            <a:avLst/>
            <a:gdLst>
              <a:gd name="connisteX0" fmla="*/ 0 w 1219200"/>
              <a:gd name="connsiteY0" fmla="*/ 304800 h 1219200"/>
              <a:gd name="connisteX1" fmla="*/ 304800 w 1219200"/>
              <a:gd name="connsiteY1" fmla="*/ 0 h 1219200"/>
              <a:gd name="connisteX2" fmla="*/ 914400 w 1219200"/>
              <a:gd name="connsiteY2" fmla="*/ 0 h 1219200"/>
              <a:gd name="connisteX3" fmla="*/ 1219200 w 1219200"/>
              <a:gd name="connsiteY3" fmla="*/ 304800 h 1219200"/>
              <a:gd name="connisteX4" fmla="*/ 1219200 w 1219200"/>
              <a:gd name="connsiteY4" fmla="*/ 914400 h 1219200"/>
              <a:gd name="connisteX5" fmla="*/ 914400 w 1219200"/>
              <a:gd name="connsiteY5" fmla="*/ 1219200 h 1219200"/>
              <a:gd name="connisteX6" fmla="*/ 304800 w 1219200"/>
              <a:gd name="connsiteY6" fmla="*/ 1219200 h 1219200"/>
              <a:gd name="connisteX7" fmla="*/ 0 w 1219200"/>
              <a:gd name="connsiteY7" fmla="*/ 914400 h 1219200"/>
              <a:gd name="connisteX8" fmla="*/ 0 w 1219200"/>
              <a:gd name="connsiteY8" fmla="*/ 3048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304800"/>
                </a:moveTo>
                <a:cubicBezTo>
                  <a:pt x="0" y="136464"/>
                  <a:pt x="136464" y="0"/>
                  <a:pt x="304800" y="0"/>
                </a:cubicBezTo>
                <a:lnTo>
                  <a:pt x="914400" y="0"/>
                </a:lnTo>
                <a:cubicBezTo>
                  <a:pt x="1082736" y="0"/>
                  <a:pt x="1219200" y="136464"/>
                  <a:pt x="1219200" y="304800"/>
                </a:cubicBezTo>
                <a:lnTo>
                  <a:pt x="1219200" y="914400"/>
                </a:lnTo>
                <a:cubicBezTo>
                  <a:pt x="1219200" y="1082736"/>
                  <a:pt x="1082736" y="1219200"/>
                  <a:pt x="914400" y="1219200"/>
                </a:cubicBezTo>
                <a:lnTo>
                  <a:pt x="304800" y="1219200"/>
                </a:lnTo>
                <a:cubicBezTo>
                  <a:pt x="136464" y="1219200"/>
                  <a:pt x="0" y="1082736"/>
                  <a:pt x="0" y="914400"/>
                </a:cubicBezTo>
                <a:lnTo>
                  <a:pt x="0" y="3048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4" hasCustomPrompt="1"/>
            <p:custDataLst>
              <p:tags r:id="rId15"/>
            </p:custDataLst>
          </p:nvPr>
        </p:nvSpPr>
        <p:spPr>
          <a:xfrm>
            <a:off x="8578850" y="2260600"/>
            <a:ext cx="723900" cy="609600"/>
          </a:xfrm>
          <a:noFill/>
        </p:spPr>
        <p:txBody>
          <a:bodyPr wrap="none" lIns="0" tIns="0" rIns="0" bIns="0" anchor="ctr">
            <a:noAutofit/>
          </a:bodyPr>
          <a:lstStyle>
            <a:lvl1pPr marL="0" indent="0" algn="ctr">
              <a:lnSpc>
                <a:spcPct val="109000"/>
              </a:lnSpc>
              <a:spcBef>
                <a:spcPct val="0"/>
              </a:spcBef>
              <a:spcAft>
                <a:spcPct val="0"/>
              </a:spcAft>
              <a:buNone/>
              <a:defRPr sz="4800" b="0" spc="0">
                <a:solidFill>
                  <a:srgbClr val="FFFFFF"/>
                </a:solidFill>
              </a:defRPr>
            </a:lvl1pPr>
          </a:lstStyle>
          <a:p>
            <a:pPr lvl="0"/>
            <a:r>
              <a:rPr lang="zh-CN" altLang="en-US" smtClean="0"/>
              <a:t>03</a:t>
            </a:r>
            <a:endParaRPr lang="zh-CN" altLang="en-US" smtClean="0"/>
          </a:p>
        </p:txBody>
      </p:sp>
      <p:sp>
        <p:nvSpPr>
          <p:cNvPr id="22" name="文本占位符 21"/>
          <p:cNvSpPr>
            <a:spLocks noGrp="1"/>
          </p:cNvSpPr>
          <p:nvPr>
            <p:ph type="body" idx="16392" hasCustomPrompt="1"/>
            <p:custDataLst>
              <p:tags r:id="rId16"/>
            </p:custDataLst>
          </p:nvPr>
        </p:nvSpPr>
        <p:spPr>
          <a:xfrm>
            <a:off x="8331200" y="3479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3" hasCustomPrompt="1"/>
            <p:custDataLst>
              <p:tags r:id="rId17"/>
            </p:custDataLst>
          </p:nvPr>
        </p:nvSpPr>
        <p:spPr>
          <a:xfrm>
            <a:off x="8331200" y="3987800"/>
            <a:ext cx="32512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正文页-10007_1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文本占位符 11"/>
          <p:cNvSpPr>
            <a:spLocks noGrp="1"/>
          </p:cNvSpPr>
          <p:nvPr>
            <p:ph type="body" idx="16386" hasCustomPrompt="1"/>
            <p:custDataLst>
              <p:tags r:id="rId6"/>
            </p:custDataLst>
          </p:nvPr>
        </p:nvSpPr>
        <p:spPr>
          <a:xfrm>
            <a:off x="609600" y="2082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87" hasCustomPrompt="1"/>
            <p:custDataLst>
              <p:tags r:id="rId7"/>
            </p:custDataLst>
          </p:nvPr>
        </p:nvSpPr>
        <p:spPr>
          <a:xfrm>
            <a:off x="609600" y="2641600"/>
            <a:ext cx="32512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4" name="文本占位符 13"/>
          <p:cNvSpPr>
            <a:spLocks noGrp="1"/>
          </p:cNvSpPr>
          <p:nvPr>
            <p:ph type="body" idx="16388" hasCustomPrompt="1"/>
            <p:custDataLst>
              <p:tags r:id="rId8"/>
            </p:custDataLst>
          </p:nvPr>
        </p:nvSpPr>
        <p:spPr>
          <a:xfrm>
            <a:off x="4470400" y="2082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9" hasCustomPrompt="1"/>
            <p:custDataLst>
              <p:tags r:id="rId9"/>
            </p:custDataLst>
          </p:nvPr>
        </p:nvSpPr>
        <p:spPr>
          <a:xfrm>
            <a:off x="4470400" y="2641600"/>
            <a:ext cx="32512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90" hasCustomPrompt="1"/>
            <p:custDataLst>
              <p:tags r:id="rId10"/>
            </p:custDataLst>
          </p:nvPr>
        </p:nvSpPr>
        <p:spPr>
          <a:xfrm>
            <a:off x="8331200" y="2082800"/>
            <a:ext cx="325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91" hasCustomPrompt="1"/>
            <p:custDataLst>
              <p:tags r:id="rId11"/>
            </p:custDataLst>
          </p:nvPr>
        </p:nvSpPr>
        <p:spPr>
          <a:xfrm>
            <a:off x="8331200" y="2641600"/>
            <a:ext cx="3251200" cy="3048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正文页-61_27">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8001000" y="1524000"/>
            <a:ext cx="3581400" cy="4724400"/>
          </a:xfrm>
          <a:custGeom>
            <a:avLst/>
            <a:gdLst>
              <a:gd name="connisteX0" fmla="*/ 0 w 3581400"/>
              <a:gd name="connsiteY0" fmla="*/ 0 h 4724400"/>
              <a:gd name="connisteX1" fmla="*/ 3378200 w 3581400"/>
              <a:gd name="connsiteY1" fmla="*/ 0 h 4724400"/>
              <a:gd name="connisteX2" fmla="*/ 3581400 w 3581400"/>
              <a:gd name="connsiteY2" fmla="*/ 203200 h 4724400"/>
              <a:gd name="connisteX3" fmla="*/ 3581400 w 3581400"/>
              <a:gd name="connsiteY3" fmla="*/ 4521200 h 4724400"/>
              <a:gd name="connisteX4" fmla="*/ 3378200 w 3581400"/>
              <a:gd name="connsiteY4" fmla="*/ 4724400 h 4724400"/>
              <a:gd name="connisteX5" fmla="*/ 0 w 3581400"/>
              <a:gd name="connsiteY5" fmla="*/ 4724400 h 4724400"/>
              <a:gd name="connisteX6" fmla="*/ 0 w 358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81400" h="4724400">
                <a:moveTo>
                  <a:pt x="0" y="0"/>
                </a:moveTo>
                <a:lnTo>
                  <a:pt x="3378200" y="0"/>
                </a:lnTo>
                <a:cubicBezTo>
                  <a:pt x="3490424" y="0"/>
                  <a:pt x="3581400" y="90976"/>
                  <a:pt x="3581400" y="203200"/>
                </a:cubicBezTo>
                <a:lnTo>
                  <a:pt x="3581400" y="4521200"/>
                </a:lnTo>
                <a:cubicBezTo>
                  <a:pt x="3581400" y="4633424"/>
                  <a:pt x="3490424" y="4724400"/>
                  <a:pt x="3378200" y="4724400"/>
                </a:cubicBezTo>
                <a:lnTo>
                  <a:pt x="0" y="47244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1524000"/>
            <a:ext cx="7391400" cy="4724400"/>
          </a:xfrm>
          <a:custGeom>
            <a:avLst/>
            <a:gdLst>
              <a:gd name="connisteX0" fmla="*/ 0 w 7391400"/>
              <a:gd name="connsiteY0" fmla="*/ 203200 h 4724400"/>
              <a:gd name="connisteX1" fmla="*/ 203200 w 7391400"/>
              <a:gd name="connsiteY1" fmla="*/ 0 h 4724400"/>
              <a:gd name="connisteX2" fmla="*/ 7391400 w 7391400"/>
              <a:gd name="connsiteY2" fmla="*/ 0 h 4724400"/>
              <a:gd name="connisteX3" fmla="*/ 7391400 w 7391400"/>
              <a:gd name="connsiteY3" fmla="*/ 4724400 h 4724400"/>
              <a:gd name="connisteX4" fmla="*/ 203200 w 7391400"/>
              <a:gd name="connsiteY4" fmla="*/ 4724400 h 4724400"/>
              <a:gd name="connisteX5" fmla="*/ 0 w 7391400"/>
              <a:gd name="connsiteY5" fmla="*/ 4521200 h 4724400"/>
              <a:gd name="connisteX6" fmla="*/ 0 w 7391400"/>
              <a:gd name="connsiteY6"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7391400" h="4724400">
                <a:moveTo>
                  <a:pt x="0" y="203200"/>
                </a:moveTo>
                <a:cubicBezTo>
                  <a:pt x="0" y="90976"/>
                  <a:pt x="90976" y="0"/>
                  <a:pt x="203200" y="0"/>
                </a:cubicBezTo>
                <a:lnTo>
                  <a:pt x="7391400" y="0"/>
                </a:lnTo>
                <a:lnTo>
                  <a:pt x="7391400" y="4724400"/>
                </a:lnTo>
                <a:lnTo>
                  <a:pt x="203200" y="4724400"/>
                </a:lnTo>
                <a:cubicBezTo>
                  <a:pt x="90976" y="4724400"/>
                  <a:pt x="0" y="4633424"/>
                  <a:pt x="0" y="452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1066800" y="19812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1066800" y="2540000"/>
            <a:ext cx="6477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6" name="文本占位符 15"/>
          <p:cNvSpPr>
            <a:spLocks noGrp="1"/>
          </p:cNvSpPr>
          <p:nvPr>
            <p:ph type="body" idx="16388" hasCustomPrompt="1"/>
            <p:custDataLst>
              <p:tags r:id="rId10"/>
            </p:custDataLst>
          </p:nvPr>
        </p:nvSpPr>
        <p:spPr>
          <a:xfrm>
            <a:off x="1066800" y="34544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89" hasCustomPrompt="1"/>
            <p:custDataLst>
              <p:tags r:id="rId11"/>
            </p:custDataLst>
          </p:nvPr>
        </p:nvSpPr>
        <p:spPr>
          <a:xfrm>
            <a:off x="1066800" y="4013200"/>
            <a:ext cx="6477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90" hasCustomPrompt="1"/>
            <p:custDataLst>
              <p:tags r:id="rId12"/>
            </p:custDataLst>
          </p:nvPr>
        </p:nvSpPr>
        <p:spPr>
          <a:xfrm>
            <a:off x="1066800" y="4927600"/>
            <a:ext cx="64770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1" hasCustomPrompt="1"/>
            <p:custDataLst>
              <p:tags r:id="rId13"/>
            </p:custDataLst>
          </p:nvPr>
        </p:nvSpPr>
        <p:spPr>
          <a:xfrm>
            <a:off x="1066800" y="5486400"/>
            <a:ext cx="6477000" cy="3048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页-30_70">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705600" y="533400"/>
            <a:ext cx="4876800" cy="12192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0" hasCustomPrompt="1"/>
            <p:custDataLst>
              <p:tags r:id="rId6"/>
            </p:custDataLst>
          </p:nvPr>
        </p:nvSpPr>
        <p:spPr>
          <a:xfrm>
            <a:off x="609600" y="609600"/>
            <a:ext cx="5486400" cy="5638800"/>
          </a:xfrm>
          <a:custGeom>
            <a:avLst/>
            <a:gdLst>
              <a:gd name="connisteX0" fmla="*/ 0 w 5486400"/>
              <a:gd name="connsiteY0" fmla="*/ 203200 h 5638800"/>
              <a:gd name="connisteX1" fmla="*/ 203200 w 5486400"/>
              <a:gd name="connsiteY1" fmla="*/ 0 h 5638800"/>
              <a:gd name="connisteX2" fmla="*/ 5283200 w 5486400"/>
              <a:gd name="connsiteY2" fmla="*/ 0 h 5638800"/>
              <a:gd name="connisteX3" fmla="*/ 5486400 w 5486400"/>
              <a:gd name="connsiteY3" fmla="*/ 203200 h 5638800"/>
              <a:gd name="connisteX4" fmla="*/ 5486400 w 5486400"/>
              <a:gd name="connsiteY4" fmla="*/ 5435600 h 5638800"/>
              <a:gd name="connisteX5" fmla="*/ 5283200 w 5486400"/>
              <a:gd name="connsiteY5" fmla="*/ 5638800 h 5638800"/>
              <a:gd name="connisteX6" fmla="*/ 203200 w 5486400"/>
              <a:gd name="connsiteY6" fmla="*/ 5638800 h 5638800"/>
              <a:gd name="connisteX7" fmla="*/ 0 w 5486400"/>
              <a:gd name="connsiteY7" fmla="*/ 5435600 h 5638800"/>
              <a:gd name="connisteX8" fmla="*/ 0 w 54864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5638800">
                <a:moveTo>
                  <a:pt x="0" y="203200"/>
                </a:moveTo>
                <a:cubicBezTo>
                  <a:pt x="0" y="90976"/>
                  <a:pt x="90976" y="0"/>
                  <a:pt x="203200" y="0"/>
                </a:cubicBezTo>
                <a:lnTo>
                  <a:pt x="5283200" y="0"/>
                </a:lnTo>
                <a:cubicBezTo>
                  <a:pt x="5395424" y="0"/>
                  <a:pt x="5486400" y="90976"/>
                  <a:pt x="5486400" y="203200"/>
                </a:cubicBezTo>
                <a:lnTo>
                  <a:pt x="5486400" y="5435600"/>
                </a:lnTo>
                <a:cubicBezTo>
                  <a:pt x="5486400" y="5547824"/>
                  <a:pt x="5395424" y="5638800"/>
                  <a:pt x="5283200" y="5638800"/>
                </a:cubicBezTo>
                <a:lnTo>
                  <a:pt x="203200" y="5638800"/>
                </a:lnTo>
                <a:cubicBezTo>
                  <a:pt x="90976" y="5638800"/>
                  <a:pt x="0" y="5547824"/>
                  <a:pt x="0" y="54356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1" hasCustomPrompt="1"/>
            <p:custDataLst>
              <p:tags r:id="rId7"/>
            </p:custDataLst>
          </p:nvPr>
        </p:nvSpPr>
        <p:spPr>
          <a:xfrm>
            <a:off x="6705600" y="2794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6858000" y="27940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858000" y="33020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6705600" y="4826000"/>
            <a:ext cx="50800" cy="1422400"/>
          </a:xfrm>
          <a:custGeom>
            <a:avLst/>
            <a:gdLst>
              <a:gd name="connisteX0" fmla="*/ 0 w 50800"/>
              <a:gd name="connsiteY0" fmla="*/ 25400 h 1422400"/>
              <a:gd name="connisteX1" fmla="*/ 25400 w 50800"/>
              <a:gd name="connsiteY1" fmla="*/ 0 h 1422400"/>
              <a:gd name="connisteX2" fmla="*/ 25400 w 50800"/>
              <a:gd name="connsiteY2" fmla="*/ 0 h 1422400"/>
              <a:gd name="connisteX3" fmla="*/ 50800 w 50800"/>
              <a:gd name="connsiteY3" fmla="*/ 25400 h 1422400"/>
              <a:gd name="connisteX4" fmla="*/ 50800 w 50800"/>
              <a:gd name="connsiteY4" fmla="*/ 1397000 h 1422400"/>
              <a:gd name="connisteX5" fmla="*/ 25400 w 50800"/>
              <a:gd name="connsiteY5" fmla="*/ 1422400 h 1422400"/>
              <a:gd name="connisteX6" fmla="*/ 25400 w 50800"/>
              <a:gd name="connsiteY6" fmla="*/ 1422400 h 1422400"/>
              <a:gd name="connisteX7" fmla="*/ 0 w 50800"/>
              <a:gd name="connsiteY7" fmla="*/ 1397000 h 1422400"/>
              <a:gd name="connisteX8" fmla="*/ 0 w 50800"/>
              <a:gd name="connsiteY8" fmla="*/ 25400 h 142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422400">
                <a:moveTo>
                  <a:pt x="0" y="25400"/>
                </a:moveTo>
                <a:cubicBezTo>
                  <a:pt x="0" y="11372"/>
                  <a:pt x="11372" y="0"/>
                  <a:pt x="25400" y="0"/>
                </a:cubicBezTo>
                <a:lnTo>
                  <a:pt x="25400" y="0"/>
                </a:lnTo>
                <a:cubicBezTo>
                  <a:pt x="39428" y="0"/>
                  <a:pt x="50800" y="11372"/>
                  <a:pt x="50800" y="25400"/>
                </a:cubicBezTo>
                <a:lnTo>
                  <a:pt x="50800" y="1397000"/>
                </a:lnTo>
                <a:cubicBezTo>
                  <a:pt x="50800" y="1411028"/>
                  <a:pt x="39428" y="1422400"/>
                  <a:pt x="25400" y="1422400"/>
                </a:cubicBezTo>
                <a:lnTo>
                  <a:pt x="25400" y="1422400"/>
                </a:lnTo>
                <a:cubicBezTo>
                  <a:pt x="11372" y="1422400"/>
                  <a:pt x="0" y="1411028"/>
                  <a:pt x="0" y="13970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6858000" y="4826000"/>
            <a:ext cx="4724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6858000" y="5334000"/>
            <a:ext cx="47244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正文页-6_8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63246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7543800" y="609600"/>
            <a:ext cx="4038600" cy="5638800"/>
          </a:xfrm>
          <a:custGeom>
            <a:avLst/>
            <a:gdLst>
              <a:gd name="connisteX0" fmla="*/ 0 w 4038600"/>
              <a:gd name="connsiteY0" fmla="*/ 0 h 5638800"/>
              <a:gd name="connisteX1" fmla="*/ 4038600 w 4038600"/>
              <a:gd name="connsiteY1" fmla="*/ 0 h 5638800"/>
              <a:gd name="connisteX2" fmla="*/ 4038600 w 4038600"/>
              <a:gd name="connsiteY2" fmla="*/ 5638800 h 5638800"/>
              <a:gd name="connisteX3" fmla="*/ 0 w 4038600"/>
              <a:gd name="connsiteY3" fmla="*/ 5638800 h 5638800"/>
              <a:gd name="connisteX4" fmla="*/ 0 w 40386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pathLst>
              <a:path w="4038600" h="5638800">
                <a:moveTo>
                  <a:pt x="0" y="0"/>
                </a:moveTo>
                <a:lnTo>
                  <a:pt x="4038600" y="0"/>
                </a:lnTo>
                <a:lnTo>
                  <a:pt x="4038600" y="5638800"/>
                </a:lnTo>
                <a:lnTo>
                  <a:pt x="0" y="5638800"/>
                </a:lnTo>
                <a:lnTo>
                  <a:pt x="0" y="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16764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16764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1844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609600" y="34036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762000" y="34036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762000" y="39116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5" hasCustomPrompt="1"/>
            <p:custDataLst>
              <p:tags r:id="rId13"/>
            </p:custDataLst>
          </p:nvPr>
        </p:nvSpPr>
        <p:spPr>
          <a:xfrm>
            <a:off x="609600" y="51308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762000" y="5130800"/>
            <a:ext cx="6172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5"/>
            </p:custDataLst>
          </p:nvPr>
        </p:nvSpPr>
        <p:spPr>
          <a:xfrm>
            <a:off x="762000" y="5638800"/>
            <a:ext cx="6172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正文页-14_3">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3429000" cy="54864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87" hasCustomPrompt="1"/>
            <p:custDataLst>
              <p:tags r:id="rId6"/>
            </p:custDataLst>
          </p:nvPr>
        </p:nvSpPr>
        <p:spPr>
          <a:xfrm>
            <a:off x="4648200" y="609600"/>
            <a:ext cx="6934200" cy="5638800"/>
          </a:xfrm>
          <a:custGeom>
            <a:avLst/>
            <a:gdLst>
              <a:gd name="connisteX0" fmla="*/ 0 w 6934200"/>
              <a:gd name="connsiteY0" fmla="*/ 203200 h 5638800"/>
              <a:gd name="connisteX1" fmla="*/ 203200 w 6934200"/>
              <a:gd name="connsiteY1" fmla="*/ 0 h 5638800"/>
              <a:gd name="connisteX2" fmla="*/ 6731000 w 6934200"/>
              <a:gd name="connsiteY2" fmla="*/ 0 h 5638800"/>
              <a:gd name="connisteX3" fmla="*/ 6934200 w 6934200"/>
              <a:gd name="connsiteY3" fmla="*/ 203200 h 5638800"/>
              <a:gd name="connisteX4" fmla="*/ 6934200 w 6934200"/>
              <a:gd name="connsiteY4" fmla="*/ 5435600 h 5638800"/>
              <a:gd name="connisteX5" fmla="*/ 6731000 w 6934200"/>
              <a:gd name="connsiteY5" fmla="*/ 5638800 h 5638800"/>
              <a:gd name="connisteX6" fmla="*/ 203200 w 6934200"/>
              <a:gd name="connsiteY6" fmla="*/ 5638800 h 5638800"/>
              <a:gd name="connisteX7" fmla="*/ 0 w 6934200"/>
              <a:gd name="connsiteY7" fmla="*/ 5435600 h 5638800"/>
              <a:gd name="connisteX8" fmla="*/ 0 w 69342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934200" h="5638800">
                <a:moveTo>
                  <a:pt x="0" y="203200"/>
                </a:moveTo>
                <a:cubicBezTo>
                  <a:pt x="0" y="90976"/>
                  <a:pt x="90976" y="0"/>
                  <a:pt x="203200" y="0"/>
                </a:cubicBezTo>
                <a:lnTo>
                  <a:pt x="6731000" y="0"/>
                </a:lnTo>
                <a:cubicBezTo>
                  <a:pt x="6843224" y="0"/>
                  <a:pt x="6934200" y="90976"/>
                  <a:pt x="6934200" y="203200"/>
                </a:cubicBezTo>
                <a:lnTo>
                  <a:pt x="6934200" y="5435600"/>
                </a:lnTo>
                <a:cubicBezTo>
                  <a:pt x="6934200" y="5547824"/>
                  <a:pt x="6843224" y="5638800"/>
                  <a:pt x="6731000" y="5638800"/>
                </a:cubicBezTo>
                <a:lnTo>
                  <a:pt x="203200" y="5638800"/>
                </a:lnTo>
                <a:cubicBezTo>
                  <a:pt x="90976" y="5638800"/>
                  <a:pt x="0" y="5547824"/>
                  <a:pt x="0" y="5435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6" hasCustomPrompt="1"/>
            <p:custDataLst>
              <p:tags r:id="rId7"/>
            </p:custDataLst>
          </p:nvPr>
        </p:nvSpPr>
        <p:spPr>
          <a:xfrm>
            <a:off x="5054600" y="1143000"/>
            <a:ext cx="6121400" cy="4572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正文页-49_12">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5" hasCustomPrompt="1"/>
            <p:custDataLst>
              <p:tags r:id="rId6"/>
            </p:custDataLst>
          </p:nvPr>
        </p:nvSpPr>
        <p:spPr>
          <a:xfrm>
            <a:off x="17780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文本占位符 12"/>
          <p:cNvSpPr>
            <a:spLocks noGrp="1"/>
          </p:cNvSpPr>
          <p:nvPr>
            <p:ph type="body" idx="16388" hasCustomPrompt="1"/>
            <p:custDataLst>
              <p:tags r:id="rId7"/>
            </p:custDataLst>
          </p:nvPr>
        </p:nvSpPr>
        <p:spPr>
          <a:xfrm>
            <a:off x="19621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01</a:t>
            </a:r>
            <a:endParaRPr lang="zh-CN" altLang="en-US" smtClean="0"/>
          </a:p>
        </p:txBody>
      </p:sp>
      <p:sp>
        <p:nvSpPr>
          <p:cNvPr id="14" name="文本占位符 13"/>
          <p:cNvSpPr>
            <a:spLocks noGrp="1"/>
          </p:cNvSpPr>
          <p:nvPr>
            <p:ph type="body" idx="16386" hasCustomPrompt="1"/>
            <p:custDataLst>
              <p:tags r:id="rId8"/>
            </p:custDataLst>
          </p:nvPr>
        </p:nvSpPr>
        <p:spPr>
          <a:xfrm>
            <a:off x="6096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6096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6" hasCustomPrompt="1"/>
            <p:custDataLst>
              <p:tags r:id="rId10"/>
            </p:custDataLst>
          </p:nvPr>
        </p:nvSpPr>
        <p:spPr>
          <a:xfrm>
            <a:off x="56388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1" hasCustomPrompt="1"/>
            <p:custDataLst>
              <p:tags r:id="rId11"/>
            </p:custDataLst>
          </p:nvPr>
        </p:nvSpPr>
        <p:spPr>
          <a:xfrm>
            <a:off x="58229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02</a:t>
            </a:r>
            <a:endParaRPr lang="zh-CN" altLang="en-US" smtClean="0"/>
          </a:p>
        </p:txBody>
      </p:sp>
      <p:sp>
        <p:nvSpPr>
          <p:cNvPr id="18" name="文本占位符 17"/>
          <p:cNvSpPr>
            <a:spLocks noGrp="1"/>
          </p:cNvSpPr>
          <p:nvPr>
            <p:ph type="body" idx="16389" hasCustomPrompt="1"/>
            <p:custDataLst>
              <p:tags r:id="rId12"/>
            </p:custDataLst>
          </p:nvPr>
        </p:nvSpPr>
        <p:spPr>
          <a:xfrm>
            <a:off x="44704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0" hasCustomPrompt="1"/>
            <p:custDataLst>
              <p:tags r:id="rId13"/>
            </p:custDataLst>
          </p:nvPr>
        </p:nvSpPr>
        <p:spPr>
          <a:xfrm>
            <a:off x="44704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7" hasCustomPrompt="1"/>
            <p:custDataLst>
              <p:tags r:id="rId14"/>
            </p:custDataLst>
          </p:nvPr>
        </p:nvSpPr>
        <p:spPr>
          <a:xfrm>
            <a:off x="9499600" y="2133600"/>
            <a:ext cx="914400" cy="914400"/>
          </a:xfrm>
          <a:custGeom>
            <a:avLst/>
            <a:gdLst>
              <a:gd name="connisteX0" fmla="*/ 0 w 914400"/>
              <a:gd name="connsiteY0" fmla="*/ 203200 h 914400"/>
              <a:gd name="connisteX1" fmla="*/ 203200 w 914400"/>
              <a:gd name="connsiteY1" fmla="*/ 0 h 914400"/>
              <a:gd name="connisteX2" fmla="*/ 711200 w 914400"/>
              <a:gd name="connsiteY2" fmla="*/ 0 h 914400"/>
              <a:gd name="connisteX3" fmla="*/ 914400 w 914400"/>
              <a:gd name="connsiteY3" fmla="*/ 203200 h 914400"/>
              <a:gd name="connisteX4" fmla="*/ 914400 w 914400"/>
              <a:gd name="connsiteY4" fmla="*/ 711200 h 914400"/>
              <a:gd name="connisteX5" fmla="*/ 711200 w 914400"/>
              <a:gd name="connsiteY5" fmla="*/ 914400 h 914400"/>
              <a:gd name="connisteX6" fmla="*/ 203200 w 914400"/>
              <a:gd name="connsiteY6" fmla="*/ 914400 h 914400"/>
              <a:gd name="connisteX7" fmla="*/ 0 w 914400"/>
              <a:gd name="connsiteY7" fmla="*/ 711200 h 914400"/>
              <a:gd name="connisteX8" fmla="*/ 0 w 914400"/>
              <a:gd name="connsiteY8" fmla="*/ 203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203200"/>
                </a:moveTo>
                <a:cubicBezTo>
                  <a:pt x="0" y="90976"/>
                  <a:pt x="90976" y="0"/>
                  <a:pt x="203200" y="0"/>
                </a:cubicBezTo>
                <a:lnTo>
                  <a:pt x="711200" y="0"/>
                </a:lnTo>
                <a:cubicBezTo>
                  <a:pt x="823424" y="0"/>
                  <a:pt x="914400" y="90976"/>
                  <a:pt x="914400" y="203200"/>
                </a:cubicBezTo>
                <a:lnTo>
                  <a:pt x="914400" y="711200"/>
                </a:lnTo>
                <a:cubicBezTo>
                  <a:pt x="914400" y="823424"/>
                  <a:pt x="823424" y="914400"/>
                  <a:pt x="711200" y="914400"/>
                </a:cubicBezTo>
                <a:lnTo>
                  <a:pt x="203200" y="914400"/>
                </a:lnTo>
                <a:cubicBezTo>
                  <a:pt x="90976" y="914400"/>
                  <a:pt x="0" y="823424"/>
                  <a:pt x="0" y="7112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4" hasCustomPrompt="1"/>
            <p:custDataLst>
              <p:tags r:id="rId15"/>
            </p:custDataLst>
          </p:nvPr>
        </p:nvSpPr>
        <p:spPr>
          <a:xfrm>
            <a:off x="9683750" y="23622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rgbClr val="FFFFFF"/>
                </a:solidFill>
              </a:defRPr>
            </a:lvl1pPr>
          </a:lstStyle>
          <a:p>
            <a:pPr lvl="0"/>
            <a:r>
              <a:rPr lang="zh-CN" altLang="en-US" smtClean="0"/>
              <a:t>03</a:t>
            </a:r>
            <a:endParaRPr lang="zh-CN" altLang="en-US" smtClean="0"/>
          </a:p>
        </p:txBody>
      </p:sp>
      <p:sp>
        <p:nvSpPr>
          <p:cNvPr id="22" name="文本占位符 21"/>
          <p:cNvSpPr>
            <a:spLocks noGrp="1"/>
          </p:cNvSpPr>
          <p:nvPr>
            <p:ph type="body" idx="16392" hasCustomPrompt="1"/>
            <p:custDataLst>
              <p:tags r:id="rId16"/>
            </p:custDataLst>
          </p:nvPr>
        </p:nvSpPr>
        <p:spPr>
          <a:xfrm>
            <a:off x="8331200" y="33020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3" hasCustomPrompt="1"/>
            <p:custDataLst>
              <p:tags r:id="rId17"/>
            </p:custDataLst>
          </p:nvPr>
        </p:nvSpPr>
        <p:spPr>
          <a:xfrm>
            <a:off x="8331200" y="38100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页-上标下内-装饰无-颜色错位-并列-2_10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0" hasCustomPrompt="1"/>
            <p:custDataLst>
              <p:tags r:id="rId6"/>
            </p:custDataLst>
          </p:nvPr>
        </p:nvSpPr>
        <p:spPr>
          <a:xfrm>
            <a:off x="5181600" y="1524000"/>
            <a:ext cx="6400800" cy="2209800"/>
          </a:xfrm>
          <a:custGeom>
            <a:avLst/>
            <a:gdLst>
              <a:gd name="connisteX0" fmla="*/ 0 w 6400800"/>
              <a:gd name="connsiteY0" fmla="*/ 0 h 2209800"/>
              <a:gd name="connisteX1" fmla="*/ 6197600 w 6400800"/>
              <a:gd name="connsiteY1" fmla="*/ 0 h 2209800"/>
              <a:gd name="connisteX2" fmla="*/ 6400800 w 6400800"/>
              <a:gd name="connsiteY2" fmla="*/ 203200 h 2209800"/>
              <a:gd name="connisteX3" fmla="*/ 6400800 w 6400800"/>
              <a:gd name="connsiteY3" fmla="*/ 2006600 h 2209800"/>
              <a:gd name="connisteX4" fmla="*/ 6197600 w 6400800"/>
              <a:gd name="connsiteY4" fmla="*/ 2209800 h 2209800"/>
              <a:gd name="connisteX5" fmla="*/ 0 w 6400800"/>
              <a:gd name="connsiteY5" fmla="*/ 2209800 h 2209800"/>
              <a:gd name="connisteX6" fmla="*/ 0 w 6400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6400800" h="2209800">
                <a:moveTo>
                  <a:pt x="0" y="0"/>
                </a:moveTo>
                <a:lnTo>
                  <a:pt x="6197600" y="0"/>
                </a:lnTo>
                <a:cubicBezTo>
                  <a:pt x="6309824" y="0"/>
                  <a:pt x="6400800" y="90976"/>
                  <a:pt x="6400800" y="203200"/>
                </a:cubicBezTo>
                <a:lnTo>
                  <a:pt x="6400800" y="2006600"/>
                </a:lnTo>
                <a:cubicBezTo>
                  <a:pt x="6400800" y="2118824"/>
                  <a:pt x="6309824" y="2209800"/>
                  <a:pt x="6197600" y="2209800"/>
                </a:cubicBezTo>
                <a:lnTo>
                  <a:pt x="0" y="2209800"/>
                </a:ln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1" hasCustomPrompt="1"/>
            <p:custDataLst>
              <p:tags r:id="rId7"/>
            </p:custDataLst>
          </p:nvPr>
        </p:nvSpPr>
        <p:spPr>
          <a:xfrm>
            <a:off x="609600" y="15240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5486400" y="1892300"/>
            <a:ext cx="5791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5486400" y="2451100"/>
            <a:ext cx="5791200" cy="9144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2" hasCustomPrompt="1"/>
            <p:custDataLst>
              <p:tags r:id="rId10"/>
            </p:custDataLst>
          </p:nvPr>
        </p:nvSpPr>
        <p:spPr>
          <a:xfrm>
            <a:off x="5181600" y="4038600"/>
            <a:ext cx="6400800" cy="2209800"/>
          </a:xfrm>
          <a:custGeom>
            <a:avLst/>
            <a:gdLst>
              <a:gd name="connisteX0" fmla="*/ 0 w 6400800"/>
              <a:gd name="connsiteY0" fmla="*/ 0 h 2209800"/>
              <a:gd name="connisteX1" fmla="*/ 6197600 w 6400800"/>
              <a:gd name="connsiteY1" fmla="*/ 0 h 2209800"/>
              <a:gd name="connisteX2" fmla="*/ 6400800 w 6400800"/>
              <a:gd name="connsiteY2" fmla="*/ 203200 h 2209800"/>
              <a:gd name="connisteX3" fmla="*/ 6400800 w 6400800"/>
              <a:gd name="connsiteY3" fmla="*/ 2006600 h 2209800"/>
              <a:gd name="connisteX4" fmla="*/ 6197600 w 6400800"/>
              <a:gd name="connsiteY4" fmla="*/ 2209800 h 2209800"/>
              <a:gd name="connisteX5" fmla="*/ 0 w 6400800"/>
              <a:gd name="connsiteY5" fmla="*/ 2209800 h 2209800"/>
              <a:gd name="connisteX6" fmla="*/ 0 w 6400800"/>
              <a:gd name="connsiteY6" fmla="*/ 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6400800" h="2209800">
                <a:moveTo>
                  <a:pt x="0" y="0"/>
                </a:moveTo>
                <a:lnTo>
                  <a:pt x="6197600" y="0"/>
                </a:lnTo>
                <a:cubicBezTo>
                  <a:pt x="6309824" y="0"/>
                  <a:pt x="6400800" y="90976"/>
                  <a:pt x="6400800" y="203200"/>
                </a:cubicBezTo>
                <a:lnTo>
                  <a:pt x="6400800" y="2006600"/>
                </a:lnTo>
                <a:cubicBezTo>
                  <a:pt x="6400800" y="2118824"/>
                  <a:pt x="6309824" y="2209800"/>
                  <a:pt x="6197600" y="2209800"/>
                </a:cubicBezTo>
                <a:lnTo>
                  <a:pt x="0" y="2209800"/>
                </a:lnTo>
                <a:lnTo>
                  <a:pt x="0" y="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3" hasCustomPrompt="1"/>
            <p:custDataLst>
              <p:tags r:id="rId11"/>
            </p:custDataLst>
          </p:nvPr>
        </p:nvSpPr>
        <p:spPr>
          <a:xfrm>
            <a:off x="609600" y="40386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5486400" y="4406900"/>
            <a:ext cx="5791200" cy="406400"/>
          </a:xfrm>
          <a:noFill/>
        </p:spPr>
        <p:txBody>
          <a:bodyPr lIns="0" tIns="0" rIns="0" bIns="0" anchor="t">
            <a:normAutofit/>
          </a:bodyPr>
          <a:lstStyle>
            <a:lvl1pPr marL="0" indent="0" algn="l">
              <a:lnSpc>
                <a:spcPct val="111000"/>
              </a:lnSpc>
              <a:spcBef>
                <a:spcPct val="0"/>
              </a:spcBef>
              <a:spcAft>
                <a:spcPct val="0"/>
              </a:spcAft>
              <a:buNone/>
              <a:defRPr sz="2400" b="0" spc="0">
                <a:solidFill>
                  <a:srgbClr val="FFFFFF"/>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89" hasCustomPrompt="1"/>
            <p:custDataLst>
              <p:tags r:id="rId13"/>
            </p:custDataLst>
          </p:nvPr>
        </p:nvSpPr>
        <p:spPr>
          <a:xfrm>
            <a:off x="5486400" y="4965700"/>
            <a:ext cx="5791200" cy="914400"/>
          </a:xfrm>
          <a:noFill/>
        </p:spPr>
        <p:txBody>
          <a:bodyPr lIns="0" tIns="0" rIns="0" bIns="0" anchor="t">
            <a:normAutofit/>
          </a:bodyPr>
          <a:lstStyle>
            <a:lvl1pPr marL="0" indent="0" algn="l">
              <a:lnSpc>
                <a:spcPct val="125000"/>
              </a:lnSpc>
              <a:spcBef>
                <a:spcPct val="0"/>
              </a:spcBef>
              <a:spcAft>
                <a:spcPct val="0"/>
              </a:spcAft>
              <a:buNone/>
              <a:defRPr sz="1600" b="0" spc="0">
                <a:solidFill>
                  <a:srgbClr val="FFFFFF"/>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页-26_18">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装饰  1"/>
          <p:cNvSpPr>
            <a:spLocks noGrp="1"/>
          </p:cNvSpPr>
          <p:nvPr>
            <p:ph type="body" idx="16392" hasCustomPrompt="1"/>
            <p:custDataLst>
              <p:tags r:id="rId6"/>
            </p:custDataLst>
          </p:nvPr>
        </p:nvSpPr>
        <p:spPr>
          <a:xfrm>
            <a:off x="6096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图片占位符 12"/>
          <p:cNvSpPr>
            <a:spLocks noGrp="1"/>
          </p:cNvSpPr>
          <p:nvPr>
            <p:ph type="pic" idx="16393" hasCustomPrompt="1"/>
            <p:custDataLst>
              <p:tags r:id="rId7"/>
            </p:custDataLst>
          </p:nvPr>
        </p:nvSpPr>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86" hasCustomPrompt="1"/>
            <p:custDataLst>
              <p:tags r:id="rId8"/>
            </p:custDataLst>
          </p:nvPr>
        </p:nvSpPr>
        <p:spPr>
          <a:xfrm>
            <a:off x="9144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5" name="文本占位符 14"/>
          <p:cNvSpPr>
            <a:spLocks noGrp="1"/>
          </p:cNvSpPr>
          <p:nvPr>
            <p:ph type="body" idx="16387" hasCustomPrompt="1"/>
            <p:custDataLst>
              <p:tags r:id="rId9"/>
            </p:custDataLst>
          </p:nvPr>
        </p:nvSpPr>
        <p:spPr>
          <a:xfrm>
            <a:off x="9144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368800" y="1524000"/>
            <a:ext cx="3454400" cy="2692400"/>
          </a:xfrm>
          <a:custGeom>
            <a:avLst/>
            <a:gdLst>
              <a:gd name="connisteX0" fmla="*/ 0 w 3454400"/>
              <a:gd name="connsiteY0" fmla="*/ 203200 h 2692400"/>
              <a:gd name="connisteX1" fmla="*/ 203200 w 3454400"/>
              <a:gd name="connsiteY1" fmla="*/ 0 h 2692400"/>
              <a:gd name="connisteX2" fmla="*/ 3251200 w 3454400"/>
              <a:gd name="connsiteY2" fmla="*/ 0 h 2692400"/>
              <a:gd name="connisteX3" fmla="*/ 3454400 w 3454400"/>
              <a:gd name="connsiteY3" fmla="*/ 203200 h 2692400"/>
              <a:gd name="connisteX4" fmla="*/ 3454400 w 3454400"/>
              <a:gd name="connsiteY4" fmla="*/ 2692400 h 2692400"/>
              <a:gd name="connisteX5" fmla="*/ 0 w 3454400"/>
              <a:gd name="connsiteY5" fmla="*/ 2692400 h 2692400"/>
              <a:gd name="connisteX6" fmla="*/ 0 w 3454400"/>
              <a:gd name="connsiteY6" fmla="*/ 20320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203200"/>
                </a:moveTo>
                <a:cubicBezTo>
                  <a:pt x="0" y="90976"/>
                  <a:pt x="90976" y="0"/>
                  <a:pt x="203200" y="0"/>
                </a:cubicBezTo>
                <a:lnTo>
                  <a:pt x="3251200" y="0"/>
                </a:lnTo>
                <a:cubicBezTo>
                  <a:pt x="3363424" y="0"/>
                  <a:pt x="3454400" y="90976"/>
                  <a:pt x="3454400" y="203200"/>
                </a:cubicBezTo>
                <a:lnTo>
                  <a:pt x="3454400" y="2692400"/>
                </a:lnTo>
                <a:lnTo>
                  <a:pt x="0" y="2692400"/>
                </a:ln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图片占位符 16"/>
          <p:cNvSpPr>
            <a:spLocks noGrp="1"/>
          </p:cNvSpPr>
          <p:nvPr>
            <p:ph type="pic" idx="16395" hasCustomPrompt="1"/>
            <p:custDataLst>
              <p:tags r:id="rId11"/>
            </p:custDataLst>
          </p:nvPr>
        </p:nvSpPr>
        <p:spPr>
          <a:xfrm>
            <a:off x="4368800" y="4216400"/>
            <a:ext cx="3454400" cy="2032000"/>
          </a:xfrm>
          <a:custGeom>
            <a:avLst/>
            <a:gdLst>
              <a:gd name="connisteX0" fmla="*/ 0 w 3454400"/>
              <a:gd name="connsiteY0" fmla="*/ 0 h 2032000"/>
              <a:gd name="connisteX1" fmla="*/ 3454400 w 3454400"/>
              <a:gd name="connsiteY1" fmla="*/ 0 h 2032000"/>
              <a:gd name="connisteX2" fmla="*/ 3454400 w 3454400"/>
              <a:gd name="connsiteY2" fmla="*/ 1828800 h 2032000"/>
              <a:gd name="connisteX3" fmla="*/ 3251200 w 3454400"/>
              <a:gd name="connsiteY3" fmla="*/ 2032000 h 2032000"/>
              <a:gd name="connisteX4" fmla="*/ 203200 w 3454400"/>
              <a:gd name="connsiteY4" fmla="*/ 2032000 h 2032000"/>
              <a:gd name="connisteX5" fmla="*/ 0 w 3454400"/>
              <a:gd name="connsiteY5" fmla="*/ 1828800 h 2032000"/>
              <a:gd name="connisteX6" fmla="*/ 0 w 34544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0"/>
                </a:moveTo>
                <a:lnTo>
                  <a:pt x="3454400" y="0"/>
                </a:lnTo>
                <a:lnTo>
                  <a:pt x="3454400" y="1828800"/>
                </a:lnTo>
                <a:cubicBezTo>
                  <a:pt x="3454400" y="1941024"/>
                  <a:pt x="3363424" y="2032000"/>
                  <a:pt x="3251200" y="2032000"/>
                </a:cubicBezTo>
                <a:lnTo>
                  <a:pt x="203200" y="2032000"/>
                </a:lnTo>
                <a:cubicBezTo>
                  <a:pt x="90976" y="2032000"/>
                  <a:pt x="0" y="1941024"/>
                  <a:pt x="0" y="1828800"/>
                </a:cubicBezTo>
                <a:lnTo>
                  <a:pt x="0" y="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8" name="文本占位符 17"/>
          <p:cNvSpPr>
            <a:spLocks noGrp="1"/>
          </p:cNvSpPr>
          <p:nvPr>
            <p:ph type="body" idx="16388" hasCustomPrompt="1"/>
            <p:custDataLst>
              <p:tags r:id="rId12"/>
            </p:custDataLst>
          </p:nvPr>
        </p:nvSpPr>
        <p:spPr>
          <a:xfrm>
            <a:off x="4673600" y="1727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19" name="文本占位符 18"/>
          <p:cNvSpPr>
            <a:spLocks noGrp="1"/>
          </p:cNvSpPr>
          <p:nvPr>
            <p:ph type="body" idx="16389" hasCustomPrompt="1"/>
            <p:custDataLst>
              <p:tags r:id="rId13"/>
            </p:custDataLst>
          </p:nvPr>
        </p:nvSpPr>
        <p:spPr>
          <a:xfrm>
            <a:off x="4673600" y="2184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0" name="装饰  9"/>
          <p:cNvSpPr>
            <a:spLocks noGrp="1"/>
          </p:cNvSpPr>
          <p:nvPr>
            <p:ph type="body" idx="16396" hasCustomPrompt="1"/>
            <p:custDataLst>
              <p:tags r:id="rId14"/>
            </p:custDataLst>
          </p:nvPr>
        </p:nvSpPr>
        <p:spPr>
          <a:xfrm>
            <a:off x="8128000" y="3556000"/>
            <a:ext cx="3454400" cy="2692400"/>
          </a:xfrm>
          <a:custGeom>
            <a:avLst/>
            <a:gdLst>
              <a:gd name="connisteX0" fmla="*/ 0 w 3454400"/>
              <a:gd name="connsiteY0" fmla="*/ 0 h 2692400"/>
              <a:gd name="connisteX1" fmla="*/ 3454400 w 3454400"/>
              <a:gd name="connsiteY1" fmla="*/ 0 h 2692400"/>
              <a:gd name="connisteX2" fmla="*/ 3454400 w 3454400"/>
              <a:gd name="connsiteY2" fmla="*/ 2489200 h 2692400"/>
              <a:gd name="connisteX3" fmla="*/ 3251200 w 3454400"/>
              <a:gd name="connsiteY3" fmla="*/ 2692400 h 2692400"/>
              <a:gd name="connisteX4" fmla="*/ 203200 w 3454400"/>
              <a:gd name="connsiteY4" fmla="*/ 2692400 h 2692400"/>
              <a:gd name="connisteX5" fmla="*/ 0 w 3454400"/>
              <a:gd name="connsiteY5" fmla="*/ 2489200 h 2692400"/>
              <a:gd name="connisteX6" fmla="*/ 0 w 3454400"/>
              <a:gd name="connsiteY6" fmla="*/ 0 h 2692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692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图片占位符 20"/>
          <p:cNvSpPr>
            <a:spLocks noGrp="1"/>
          </p:cNvSpPr>
          <p:nvPr>
            <p:ph type="pic" idx="16397" hasCustomPrompt="1"/>
            <p:custDataLst>
              <p:tags r:id="rId15"/>
            </p:custDataLst>
          </p:nvPr>
        </p:nvSpPr>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22" name="文本占位符 21"/>
          <p:cNvSpPr>
            <a:spLocks noGrp="1"/>
          </p:cNvSpPr>
          <p:nvPr>
            <p:ph type="body" idx="16390" hasCustomPrompt="1"/>
            <p:custDataLst>
              <p:tags r:id="rId16"/>
            </p:custDataLst>
          </p:nvPr>
        </p:nvSpPr>
        <p:spPr>
          <a:xfrm>
            <a:off x="8432800" y="37592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项标题</a:t>
            </a:r>
            <a:endParaRPr lang="zh-CN" altLang="en-US" smtClean="0"/>
          </a:p>
        </p:txBody>
      </p:sp>
      <p:sp>
        <p:nvSpPr>
          <p:cNvPr id="23" name="文本占位符 22"/>
          <p:cNvSpPr>
            <a:spLocks noGrp="1"/>
          </p:cNvSpPr>
          <p:nvPr>
            <p:ph type="body" idx="16391" hasCustomPrompt="1"/>
            <p:custDataLst>
              <p:tags r:id="rId17"/>
            </p:custDataLst>
          </p:nvPr>
        </p:nvSpPr>
        <p:spPr>
          <a:xfrm>
            <a:off x="8432800" y="4216400"/>
            <a:ext cx="2844800" cy="18288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5_39_group1">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文本占位符 11"/>
          <p:cNvSpPr>
            <a:spLocks noGrp="1"/>
          </p:cNvSpPr>
          <p:nvPr>
            <p:ph type="body" idx="16388" hasCustomPrompt="1"/>
            <p:custDataLst>
              <p:tags r:id="rId6"/>
            </p:custDataLst>
          </p:nvPr>
        </p:nvSpPr>
        <p:spPr>
          <a:xfrm>
            <a:off x="641350" y="21336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chemeClr val="accent1"/>
                </a:solidFill>
              </a:defRPr>
            </a:lvl1pPr>
          </a:lstStyle>
          <a:p>
            <a:pPr lvl="0"/>
            <a:r>
              <a:rPr lang="zh-CN" altLang="en-US" smtClean="0"/>
              <a:t>01</a:t>
            </a:r>
            <a:endParaRPr lang="zh-CN" altLang="en-US" smtClean="0"/>
          </a:p>
        </p:txBody>
      </p:sp>
      <p:sp>
        <p:nvSpPr>
          <p:cNvPr id="13" name="文本占位符 12"/>
          <p:cNvSpPr>
            <a:spLocks noGrp="1"/>
          </p:cNvSpPr>
          <p:nvPr>
            <p:ph type="body" idx="16386" hasCustomPrompt="1"/>
            <p:custDataLst>
              <p:tags r:id="rId7"/>
            </p:custDataLst>
          </p:nvPr>
        </p:nvSpPr>
        <p:spPr>
          <a:xfrm>
            <a:off x="1422400" y="1828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87" hasCustomPrompt="1"/>
            <p:custDataLst>
              <p:tags r:id="rId8"/>
            </p:custDataLst>
          </p:nvPr>
        </p:nvSpPr>
        <p:spPr>
          <a:xfrm>
            <a:off x="1422400" y="2286000"/>
            <a:ext cx="4445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文本占位符 14"/>
          <p:cNvSpPr>
            <a:spLocks noGrp="1"/>
          </p:cNvSpPr>
          <p:nvPr>
            <p:ph type="body" idx="16391" hasCustomPrompt="1"/>
            <p:custDataLst>
              <p:tags r:id="rId9"/>
            </p:custDataLst>
          </p:nvPr>
        </p:nvSpPr>
        <p:spPr>
          <a:xfrm>
            <a:off x="6356350" y="21336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chemeClr val="accent1"/>
                </a:solidFill>
              </a:defRPr>
            </a:lvl1pPr>
          </a:lstStyle>
          <a:p>
            <a:pPr lvl="0"/>
            <a:r>
              <a:rPr lang="zh-CN" altLang="en-US" smtClean="0"/>
              <a:t>02</a:t>
            </a:r>
            <a:endParaRPr lang="zh-CN" altLang="en-US" smtClean="0"/>
          </a:p>
        </p:txBody>
      </p:sp>
      <p:sp>
        <p:nvSpPr>
          <p:cNvPr id="16" name="文本占位符 15"/>
          <p:cNvSpPr>
            <a:spLocks noGrp="1"/>
          </p:cNvSpPr>
          <p:nvPr>
            <p:ph type="body" idx="16389" hasCustomPrompt="1"/>
            <p:custDataLst>
              <p:tags r:id="rId10"/>
            </p:custDataLst>
          </p:nvPr>
        </p:nvSpPr>
        <p:spPr>
          <a:xfrm>
            <a:off x="7137400" y="1828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7" name="文本占位符 16"/>
          <p:cNvSpPr>
            <a:spLocks noGrp="1"/>
          </p:cNvSpPr>
          <p:nvPr>
            <p:ph type="body" idx="16390" hasCustomPrompt="1"/>
            <p:custDataLst>
              <p:tags r:id="rId11"/>
            </p:custDataLst>
          </p:nvPr>
        </p:nvSpPr>
        <p:spPr>
          <a:xfrm>
            <a:off x="7137400" y="2286000"/>
            <a:ext cx="4445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8" name="文本占位符 17"/>
          <p:cNvSpPr>
            <a:spLocks noGrp="1"/>
          </p:cNvSpPr>
          <p:nvPr>
            <p:ph type="body" idx="16394" hasCustomPrompt="1"/>
            <p:custDataLst>
              <p:tags r:id="rId12"/>
            </p:custDataLst>
          </p:nvPr>
        </p:nvSpPr>
        <p:spPr>
          <a:xfrm>
            <a:off x="641350" y="36576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chemeClr val="accent1"/>
                </a:solidFill>
              </a:defRPr>
            </a:lvl1pPr>
          </a:lstStyle>
          <a:p>
            <a:pPr lvl="0"/>
            <a:r>
              <a:rPr lang="zh-CN" altLang="en-US" smtClean="0"/>
              <a:t>03</a:t>
            </a:r>
            <a:endParaRPr lang="zh-CN" altLang="en-US" smtClean="0"/>
          </a:p>
        </p:txBody>
      </p:sp>
      <p:sp>
        <p:nvSpPr>
          <p:cNvPr id="19" name="文本占位符 18"/>
          <p:cNvSpPr>
            <a:spLocks noGrp="1"/>
          </p:cNvSpPr>
          <p:nvPr>
            <p:ph type="body" idx="16392" hasCustomPrompt="1"/>
            <p:custDataLst>
              <p:tags r:id="rId13"/>
            </p:custDataLst>
          </p:nvPr>
        </p:nvSpPr>
        <p:spPr>
          <a:xfrm>
            <a:off x="1422400" y="3352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0" name="文本占位符 19"/>
          <p:cNvSpPr>
            <a:spLocks noGrp="1"/>
          </p:cNvSpPr>
          <p:nvPr>
            <p:ph type="body" idx="16393" hasCustomPrompt="1"/>
            <p:custDataLst>
              <p:tags r:id="rId14"/>
            </p:custDataLst>
          </p:nvPr>
        </p:nvSpPr>
        <p:spPr>
          <a:xfrm>
            <a:off x="1422400" y="3810000"/>
            <a:ext cx="4445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1" name="文本占位符 20"/>
          <p:cNvSpPr>
            <a:spLocks noGrp="1"/>
          </p:cNvSpPr>
          <p:nvPr>
            <p:ph type="body" idx="16397" hasCustomPrompt="1"/>
            <p:custDataLst>
              <p:tags r:id="rId15"/>
            </p:custDataLst>
          </p:nvPr>
        </p:nvSpPr>
        <p:spPr>
          <a:xfrm>
            <a:off x="6356350" y="36576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chemeClr val="accent1"/>
                </a:solidFill>
              </a:defRPr>
            </a:lvl1pPr>
          </a:lstStyle>
          <a:p>
            <a:pPr lvl="0"/>
            <a:r>
              <a:rPr lang="zh-CN" altLang="en-US" smtClean="0"/>
              <a:t>04</a:t>
            </a:r>
            <a:endParaRPr lang="zh-CN" altLang="en-US" smtClean="0"/>
          </a:p>
        </p:txBody>
      </p:sp>
      <p:sp>
        <p:nvSpPr>
          <p:cNvPr id="22" name="文本占位符 21"/>
          <p:cNvSpPr>
            <a:spLocks noGrp="1"/>
          </p:cNvSpPr>
          <p:nvPr>
            <p:ph type="body" idx="16395" hasCustomPrompt="1"/>
            <p:custDataLst>
              <p:tags r:id="rId16"/>
            </p:custDataLst>
          </p:nvPr>
        </p:nvSpPr>
        <p:spPr>
          <a:xfrm>
            <a:off x="7137400" y="3352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3" name="文本占位符 22"/>
          <p:cNvSpPr>
            <a:spLocks noGrp="1"/>
          </p:cNvSpPr>
          <p:nvPr>
            <p:ph type="body" idx="16396" hasCustomPrompt="1"/>
            <p:custDataLst>
              <p:tags r:id="rId17"/>
            </p:custDataLst>
          </p:nvPr>
        </p:nvSpPr>
        <p:spPr>
          <a:xfrm>
            <a:off x="7137400" y="3810000"/>
            <a:ext cx="4445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24" name="文本占位符 23"/>
          <p:cNvSpPr>
            <a:spLocks noGrp="1"/>
          </p:cNvSpPr>
          <p:nvPr>
            <p:ph type="body" idx="16400" hasCustomPrompt="1"/>
            <p:custDataLst>
              <p:tags r:id="rId18"/>
            </p:custDataLst>
          </p:nvPr>
        </p:nvSpPr>
        <p:spPr>
          <a:xfrm>
            <a:off x="641350" y="5181600"/>
            <a:ext cx="546100" cy="457200"/>
          </a:xfrm>
          <a:noFill/>
        </p:spPr>
        <p:txBody>
          <a:bodyPr wrap="none" lIns="0" tIns="0" rIns="0" bIns="0" anchor="ctr">
            <a:noAutofit/>
          </a:bodyPr>
          <a:lstStyle>
            <a:lvl1pPr marL="0" indent="0" algn="ctr">
              <a:lnSpc>
                <a:spcPct val="109000"/>
              </a:lnSpc>
              <a:spcBef>
                <a:spcPct val="0"/>
              </a:spcBef>
              <a:spcAft>
                <a:spcPct val="0"/>
              </a:spcAft>
              <a:buNone/>
              <a:defRPr sz="3600" b="0" spc="0">
                <a:solidFill>
                  <a:schemeClr val="accent1"/>
                </a:solidFill>
              </a:defRPr>
            </a:lvl1pPr>
          </a:lstStyle>
          <a:p>
            <a:pPr lvl="0"/>
            <a:r>
              <a:rPr lang="zh-CN" altLang="en-US" smtClean="0"/>
              <a:t>05</a:t>
            </a:r>
            <a:endParaRPr lang="zh-CN" altLang="en-US" smtClean="0"/>
          </a:p>
        </p:txBody>
      </p:sp>
      <p:sp>
        <p:nvSpPr>
          <p:cNvPr id="25" name="文本占位符 24"/>
          <p:cNvSpPr>
            <a:spLocks noGrp="1"/>
          </p:cNvSpPr>
          <p:nvPr>
            <p:ph type="body" idx="16398" hasCustomPrompt="1"/>
            <p:custDataLst>
              <p:tags r:id="rId19"/>
            </p:custDataLst>
          </p:nvPr>
        </p:nvSpPr>
        <p:spPr>
          <a:xfrm>
            <a:off x="1422400" y="4876800"/>
            <a:ext cx="44450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6" name="文本占位符 25"/>
          <p:cNvSpPr>
            <a:spLocks noGrp="1"/>
          </p:cNvSpPr>
          <p:nvPr>
            <p:ph type="body" idx="16399" hasCustomPrompt="1"/>
            <p:custDataLst>
              <p:tags r:id="rId20"/>
            </p:custDataLst>
          </p:nvPr>
        </p:nvSpPr>
        <p:spPr>
          <a:xfrm>
            <a:off x="1422400" y="5334000"/>
            <a:ext cx="44450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正文页-59_14">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标题 10"/>
          <p:cNvSpPr>
            <a:spLocks noGrp="1"/>
          </p:cNvSpPr>
          <p:nvPr>
            <p:ph type="ctrTitle" idx="16385" hasCustomPrompt="1"/>
            <p:custDataLst>
              <p:tags r:id="rId5"/>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12" name="内容占位符 11"/>
          <p:cNvSpPr>
            <a:spLocks noGrp="1"/>
          </p:cNvSpPr>
          <p:nvPr>
            <p:ph idx="16392" hasCustomPrompt="1"/>
            <p:custDataLst>
              <p:tags r:id="rId6"/>
            </p:custDataLst>
          </p:nvPr>
        </p:nvSpPr>
        <p:spPr>
          <a:xfrm>
            <a:off x="609600" y="3098800"/>
            <a:ext cx="10972800" cy="3149600"/>
          </a:xfrm>
          <a:custGeom>
            <a:avLst/>
            <a:gdLst>
              <a:gd name="connisteX0" fmla="*/ 0 w 10972800"/>
              <a:gd name="connsiteY0" fmla="*/ 203200 h 3149600"/>
              <a:gd name="connisteX1" fmla="*/ 203200 w 10972800"/>
              <a:gd name="connsiteY1" fmla="*/ 0 h 3149600"/>
              <a:gd name="connisteX2" fmla="*/ 10769600 w 10972800"/>
              <a:gd name="connsiteY2" fmla="*/ 0 h 3149600"/>
              <a:gd name="connisteX3" fmla="*/ 10972800 w 10972800"/>
              <a:gd name="connsiteY3" fmla="*/ 203200 h 3149600"/>
              <a:gd name="connisteX4" fmla="*/ 10972800 w 10972800"/>
              <a:gd name="connsiteY4" fmla="*/ 2946400 h 3149600"/>
              <a:gd name="connisteX5" fmla="*/ 10769600 w 10972800"/>
              <a:gd name="connsiteY5" fmla="*/ 3149600 h 3149600"/>
              <a:gd name="connisteX6" fmla="*/ 203200 w 10972800"/>
              <a:gd name="connsiteY6" fmla="*/ 3149600 h 3149600"/>
              <a:gd name="connisteX7" fmla="*/ 0 w 10972800"/>
              <a:gd name="connsiteY7" fmla="*/ 2946400 h 3149600"/>
              <a:gd name="connisteX8" fmla="*/ 0 w 10972800"/>
              <a:gd name="connsiteY8" fmla="*/ 203200 h 3149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3149600">
                <a:moveTo>
                  <a:pt x="0" y="203200"/>
                </a:moveTo>
                <a:cubicBezTo>
                  <a:pt x="0" y="90976"/>
                  <a:pt x="90976" y="0"/>
                  <a:pt x="203200" y="0"/>
                </a:cubicBezTo>
                <a:lnTo>
                  <a:pt x="10769600" y="0"/>
                </a:lnTo>
                <a:cubicBezTo>
                  <a:pt x="10881824" y="0"/>
                  <a:pt x="10972800" y="90976"/>
                  <a:pt x="10972800" y="203200"/>
                </a:cubicBezTo>
                <a:lnTo>
                  <a:pt x="10972800" y="2946400"/>
                </a:lnTo>
                <a:cubicBezTo>
                  <a:pt x="10972800" y="3058624"/>
                  <a:pt x="10881824" y="3149600"/>
                  <a:pt x="10769600" y="3149600"/>
                </a:cubicBezTo>
                <a:lnTo>
                  <a:pt x="203200" y="3149600"/>
                </a:lnTo>
                <a:cubicBezTo>
                  <a:pt x="90976" y="3149600"/>
                  <a:pt x="0" y="3058624"/>
                  <a:pt x="0" y="29464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3" name="装饰  2"/>
          <p:cNvSpPr>
            <a:spLocks noGrp="1"/>
          </p:cNvSpPr>
          <p:nvPr>
            <p:ph type="body" idx="16393" hasCustomPrompt="1"/>
            <p:custDataLst>
              <p:tags r:id="rId7"/>
            </p:custDataLst>
          </p:nvPr>
        </p:nvSpPr>
        <p:spPr>
          <a:xfrm>
            <a:off x="609600" y="1524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86" hasCustomPrompt="1"/>
            <p:custDataLst>
              <p:tags r:id="rId8"/>
            </p:custDataLst>
          </p:nvPr>
        </p:nvSpPr>
        <p:spPr>
          <a:xfrm>
            <a:off x="7620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87" hasCustomPrompt="1"/>
            <p:custDataLst>
              <p:tags r:id="rId9"/>
            </p:custDataLst>
          </p:nvPr>
        </p:nvSpPr>
        <p:spPr>
          <a:xfrm>
            <a:off x="762000" y="2032000"/>
            <a:ext cx="309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4" hasCustomPrompt="1"/>
            <p:custDataLst>
              <p:tags r:id="rId10"/>
            </p:custDataLst>
          </p:nvPr>
        </p:nvSpPr>
        <p:spPr>
          <a:xfrm>
            <a:off x="4470400" y="1524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88" hasCustomPrompt="1"/>
            <p:custDataLst>
              <p:tags r:id="rId11"/>
            </p:custDataLst>
          </p:nvPr>
        </p:nvSpPr>
        <p:spPr>
          <a:xfrm>
            <a:off x="46228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89" hasCustomPrompt="1"/>
            <p:custDataLst>
              <p:tags r:id="rId12"/>
            </p:custDataLst>
          </p:nvPr>
        </p:nvSpPr>
        <p:spPr>
          <a:xfrm>
            <a:off x="4622800" y="2032000"/>
            <a:ext cx="309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395" hasCustomPrompt="1"/>
            <p:custDataLst>
              <p:tags r:id="rId13"/>
            </p:custDataLst>
          </p:nvPr>
        </p:nvSpPr>
        <p:spPr>
          <a:xfrm>
            <a:off x="8331200" y="1524000"/>
            <a:ext cx="50800" cy="1117600"/>
          </a:xfrm>
          <a:custGeom>
            <a:avLst/>
            <a:gdLst>
              <a:gd name="connisteX0" fmla="*/ 0 w 50800"/>
              <a:gd name="connsiteY0" fmla="*/ 25400 h 1117600"/>
              <a:gd name="connisteX1" fmla="*/ 25400 w 50800"/>
              <a:gd name="connsiteY1" fmla="*/ 0 h 1117600"/>
              <a:gd name="connisteX2" fmla="*/ 25400 w 50800"/>
              <a:gd name="connsiteY2" fmla="*/ 0 h 1117600"/>
              <a:gd name="connisteX3" fmla="*/ 50800 w 50800"/>
              <a:gd name="connsiteY3" fmla="*/ 25400 h 1117600"/>
              <a:gd name="connisteX4" fmla="*/ 50800 w 50800"/>
              <a:gd name="connsiteY4" fmla="*/ 1092200 h 1117600"/>
              <a:gd name="connisteX5" fmla="*/ 25400 w 50800"/>
              <a:gd name="connsiteY5" fmla="*/ 1117600 h 1117600"/>
              <a:gd name="connisteX6" fmla="*/ 25400 w 50800"/>
              <a:gd name="connsiteY6" fmla="*/ 1117600 h 1117600"/>
              <a:gd name="connisteX7" fmla="*/ 0 w 50800"/>
              <a:gd name="connsiteY7" fmla="*/ 1092200 h 1117600"/>
              <a:gd name="connisteX8" fmla="*/ 0 w 50800"/>
              <a:gd name="connsiteY8" fmla="*/ 25400 h 11176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0" h="11176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0" hasCustomPrompt="1"/>
            <p:custDataLst>
              <p:tags r:id="rId14"/>
            </p:custDataLst>
          </p:nvPr>
        </p:nvSpPr>
        <p:spPr>
          <a:xfrm>
            <a:off x="8483600" y="1524000"/>
            <a:ext cx="3098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1" name="文本占位符 20"/>
          <p:cNvSpPr>
            <a:spLocks noGrp="1"/>
          </p:cNvSpPr>
          <p:nvPr>
            <p:ph type="body" idx="16391" hasCustomPrompt="1"/>
            <p:custDataLst>
              <p:tags r:id="rId15"/>
            </p:custDataLst>
          </p:nvPr>
        </p:nvSpPr>
        <p:spPr>
          <a:xfrm>
            <a:off x="8483600" y="2032000"/>
            <a:ext cx="30988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页-1-5_5">
    <p:bg>
      <p:bgRef idx="1001">
        <a:schemeClr val="bg1"/>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8"/>
          <p:cNvSpPr>
            <a:spLocks noGrp="1"/>
          </p:cNvSpPr>
          <p:nvPr>
            <p:ph type="ftr" sz="quarter" idx="11"/>
            <p:custDataLst>
              <p:tags r:id="rId3"/>
            </p:custDataLst>
          </p:nvPr>
        </p:nvSpPr>
        <p:spPr/>
        <p:txBody>
          <a:bodyPr/>
          <a:lstStyle/>
          <a:p>
            <a:endParaRPr lang="zh-CN" altLang="en-US"/>
          </a:p>
        </p:txBody>
      </p:sp>
      <p:sp>
        <p:nvSpPr>
          <p:cNvPr id="10" name="灯片编号占位符 9"/>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副标题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标题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文本占位符 12"/>
          <p:cNvSpPr>
            <a:spLocks noGrp="1"/>
          </p:cNvSpPr>
          <p:nvPr>
            <p:ph type="body" idx="16388" hasCustomPrompt="1"/>
            <p:custDataLst>
              <p:tags r:id="rId7"/>
            </p:custDataLst>
          </p:nvPr>
        </p:nvSpPr>
        <p:spPr>
          <a:xfrm>
            <a:off x="40703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7" hasCustomPrompt="1"/>
            <p:custDataLst>
              <p:tags r:id="rId8"/>
            </p:custDataLst>
          </p:nvPr>
        </p:nvSpPr>
        <p:spPr>
          <a:xfrm>
            <a:off x="48514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文本占位符 14"/>
          <p:cNvSpPr>
            <a:spLocks noGrp="1"/>
          </p:cNvSpPr>
          <p:nvPr>
            <p:ph type="body" idx="16387" hasCustomPrompt="1"/>
            <p:custDataLst>
              <p:tags r:id="rId9"/>
            </p:custDataLst>
          </p:nvPr>
        </p:nvSpPr>
        <p:spPr>
          <a:xfrm>
            <a:off x="50800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文本占位符 15"/>
          <p:cNvSpPr>
            <a:spLocks noGrp="1"/>
          </p:cNvSpPr>
          <p:nvPr>
            <p:ph type="body" idx="16390" hasCustomPrompt="1"/>
            <p:custDataLst>
              <p:tags r:id="rId10"/>
            </p:custDataLst>
          </p:nvPr>
        </p:nvSpPr>
        <p:spPr>
          <a:xfrm>
            <a:off x="7994650" y="14478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398" hasCustomPrompt="1"/>
            <p:custDataLst>
              <p:tags r:id="rId11"/>
            </p:custDataLst>
          </p:nvPr>
        </p:nvSpPr>
        <p:spPr>
          <a:xfrm>
            <a:off x="8775700" y="13716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文本占位符 17"/>
          <p:cNvSpPr>
            <a:spLocks noGrp="1"/>
          </p:cNvSpPr>
          <p:nvPr>
            <p:ph type="body" idx="16389" hasCustomPrompt="1"/>
            <p:custDataLst>
              <p:tags r:id="rId12"/>
            </p:custDataLst>
          </p:nvPr>
        </p:nvSpPr>
        <p:spPr>
          <a:xfrm>
            <a:off x="9004300" y="12954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文本占位符 18"/>
          <p:cNvSpPr>
            <a:spLocks noGrp="1"/>
          </p:cNvSpPr>
          <p:nvPr>
            <p:ph type="body" idx="16392" hasCustomPrompt="1"/>
            <p:custDataLst>
              <p:tags r:id="rId13"/>
            </p:custDataLst>
          </p:nvPr>
        </p:nvSpPr>
        <p:spPr>
          <a:xfrm>
            <a:off x="40703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399" hasCustomPrompt="1"/>
            <p:custDataLst>
              <p:tags r:id="rId14"/>
            </p:custDataLst>
          </p:nvPr>
        </p:nvSpPr>
        <p:spPr>
          <a:xfrm>
            <a:off x="48514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文本占位符 20"/>
          <p:cNvSpPr>
            <a:spLocks noGrp="1"/>
          </p:cNvSpPr>
          <p:nvPr>
            <p:ph type="body" idx="16391" hasCustomPrompt="1"/>
            <p:custDataLst>
              <p:tags r:id="rId15"/>
            </p:custDataLst>
          </p:nvPr>
        </p:nvSpPr>
        <p:spPr>
          <a:xfrm>
            <a:off x="50800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4" hasCustomPrompt="1"/>
            <p:custDataLst>
              <p:tags r:id="rId16"/>
            </p:custDataLst>
          </p:nvPr>
        </p:nvSpPr>
        <p:spPr>
          <a:xfrm>
            <a:off x="7994650" y="31242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400" hasCustomPrompt="1"/>
            <p:custDataLst>
              <p:tags r:id="rId17"/>
            </p:custDataLst>
          </p:nvPr>
        </p:nvSpPr>
        <p:spPr>
          <a:xfrm>
            <a:off x="8775700" y="30480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文本占位符 23"/>
          <p:cNvSpPr>
            <a:spLocks noGrp="1"/>
          </p:cNvSpPr>
          <p:nvPr>
            <p:ph type="body" idx="16393" hasCustomPrompt="1"/>
            <p:custDataLst>
              <p:tags r:id="rId18"/>
            </p:custDataLst>
          </p:nvPr>
        </p:nvSpPr>
        <p:spPr>
          <a:xfrm>
            <a:off x="9004300" y="29718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5" name="文本占位符 24"/>
          <p:cNvSpPr>
            <a:spLocks noGrp="1"/>
          </p:cNvSpPr>
          <p:nvPr>
            <p:ph type="body" idx="16396" hasCustomPrompt="1"/>
            <p:custDataLst>
              <p:tags r:id="rId19"/>
            </p:custDataLst>
          </p:nvPr>
        </p:nvSpPr>
        <p:spPr>
          <a:xfrm>
            <a:off x="4070350" y="48006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05</a:t>
            </a:r>
            <a:endParaRPr lang="zh-CN" altLang="en-US" smtClean="0"/>
          </a:p>
        </p:txBody>
      </p:sp>
      <p:sp>
        <p:nvSpPr>
          <p:cNvPr id="26" name="装饰  5"/>
          <p:cNvSpPr>
            <a:spLocks noGrp="1"/>
          </p:cNvSpPr>
          <p:nvPr>
            <p:ph type="body" idx="16401" hasCustomPrompt="1"/>
            <p:custDataLst>
              <p:tags r:id="rId20"/>
            </p:custDataLst>
          </p:nvPr>
        </p:nvSpPr>
        <p:spPr>
          <a:xfrm>
            <a:off x="4851400" y="47244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7" name="文本占位符 26"/>
          <p:cNvSpPr>
            <a:spLocks noGrp="1"/>
          </p:cNvSpPr>
          <p:nvPr>
            <p:ph type="body" idx="16395" hasCustomPrompt="1"/>
            <p:custDataLst>
              <p:tags r:id="rId21"/>
            </p:custDataLst>
          </p:nvPr>
        </p:nvSpPr>
        <p:spPr>
          <a:xfrm>
            <a:off x="5080000" y="46482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0" name="任意多边形 9"/>
          <p:cNvSpPr/>
          <p:nvPr userDrawn="1">
            <p:custDataLst>
              <p:tags r:id="rId2"/>
            </p:custDataLst>
          </p:nvPr>
        </p:nvSpPr>
        <p:spPr>
          <a:xfrm>
            <a:off x="8651875" y="0"/>
            <a:ext cx="3540125" cy="781685"/>
          </a:xfrm>
          <a:custGeom>
            <a:avLst/>
            <a:gdLst/>
            <a:ahLst/>
            <a:cxnLst>
              <a:cxn ang="3">
                <a:pos x="hc" y="t"/>
              </a:cxn>
              <a:cxn ang="cd2">
                <a:pos x="l" y="vc"/>
              </a:cxn>
              <a:cxn ang="cd4">
                <a:pos x="hc" y="b"/>
              </a:cxn>
              <a:cxn ang="0">
                <a:pos x="r" y="vc"/>
              </a:cxn>
            </a:cxnLst>
            <a:rect l="l" t="t" r="r" b="b"/>
            <a:pathLst>
              <a:path w="6154" h="1410">
                <a:moveTo>
                  <a:pt x="43" y="0"/>
                </a:moveTo>
                <a:lnTo>
                  <a:pt x="6154" y="0"/>
                </a:lnTo>
                <a:lnTo>
                  <a:pt x="6154" y="1410"/>
                </a:lnTo>
                <a:lnTo>
                  <a:pt x="6112" y="1389"/>
                </a:lnTo>
                <a:cubicBezTo>
                  <a:pt x="5793" y="1239"/>
                  <a:pt x="5460" y="1098"/>
                  <a:pt x="5117" y="966"/>
                </a:cubicBezTo>
                <a:cubicBezTo>
                  <a:pt x="3253" y="250"/>
                  <a:pt x="1434" y="-27"/>
                  <a:pt x="31" y="108"/>
                </a:cubicBezTo>
                <a:lnTo>
                  <a:pt x="0" y="111"/>
                </a:lnTo>
                <a:lnTo>
                  <a:pt x="43" y="0"/>
                </a:lnTo>
                <a:close/>
              </a:path>
            </a:pathLst>
          </a:custGeom>
          <a:gradFill>
            <a:gsLst>
              <a:gs pos="17000">
                <a:schemeClr val="accent1">
                  <a:alpha val="0"/>
                </a:schemeClr>
              </a:gs>
              <a:gs pos="83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hasCustomPrompt="1"/>
            <p:custDataLst>
              <p:tags r:id="rId3"/>
            </p:custDataLst>
          </p:nvPr>
        </p:nvSpPr>
        <p:spPr>
          <a:xfrm>
            <a:off x="944245" y="979805"/>
            <a:ext cx="2312035" cy="1081405"/>
          </a:xfrm>
        </p:spPr>
        <p:txBody>
          <a:bodyPr wrap="square" anchor="b">
            <a:normAutofit/>
          </a:bodyPr>
          <a:lstStyle>
            <a:lvl1pPr algn="ctr">
              <a:defRPr sz="6000">
                <a:solidFill>
                  <a:schemeClr val="accent1">
                    <a:lumMod val="75000"/>
                  </a:schemeClr>
                </a:solidFill>
              </a:defRPr>
            </a:lvl1pPr>
          </a:lstStyle>
          <a:p>
            <a:r>
              <a:rPr lang="zh-CN" altLang="en-US" dirty="0"/>
              <a:t>标题</a:t>
            </a:r>
            <a:endParaRPr lang="zh-CN" altLang="en-US" dirty="0"/>
          </a:p>
        </p:txBody>
      </p:sp>
      <p:sp>
        <p:nvSpPr>
          <p:cNvPr id="7"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4" name="任意多边形 3"/>
          <p:cNvSpPr/>
          <p:nvPr userDrawn="1">
            <p:custDataLst>
              <p:tags r:id="rId7"/>
            </p:custDataLst>
          </p:nvPr>
        </p:nvSpPr>
        <p:spPr>
          <a:xfrm>
            <a:off x="0" y="6175375"/>
            <a:ext cx="6993890" cy="682625"/>
          </a:xfrm>
          <a:custGeom>
            <a:avLst/>
            <a:gdLst/>
            <a:ahLst/>
            <a:cxnLst>
              <a:cxn ang="3">
                <a:pos x="hc" y="t"/>
              </a:cxn>
              <a:cxn ang="cd2">
                <a:pos x="l" y="vc"/>
              </a:cxn>
              <a:cxn ang="cd4">
                <a:pos x="hc" y="b"/>
              </a:cxn>
              <a:cxn ang="0">
                <a:pos x="r" y="vc"/>
              </a:cxn>
            </a:cxnLst>
            <a:rect l="l" t="t" r="r" b="b"/>
            <a:pathLst>
              <a:path w="12595" h="2015">
                <a:moveTo>
                  <a:pt x="0" y="0"/>
                </a:moveTo>
                <a:lnTo>
                  <a:pt x="92" y="36"/>
                </a:lnTo>
                <a:cubicBezTo>
                  <a:pt x="1627" y="622"/>
                  <a:pt x="3520" y="1124"/>
                  <a:pt x="5594" y="1452"/>
                </a:cubicBezTo>
                <a:cubicBezTo>
                  <a:pt x="8211" y="1866"/>
                  <a:pt x="10638" y="1931"/>
                  <a:pt x="12484" y="1702"/>
                </a:cubicBezTo>
                <a:lnTo>
                  <a:pt x="12595" y="1687"/>
                </a:lnTo>
                <a:lnTo>
                  <a:pt x="12543" y="2015"/>
                </a:lnTo>
                <a:lnTo>
                  <a:pt x="2513" y="2015"/>
                </a:lnTo>
                <a:lnTo>
                  <a:pt x="2512" y="2015"/>
                </a:lnTo>
                <a:lnTo>
                  <a:pt x="0" y="2015"/>
                </a:lnTo>
                <a:lnTo>
                  <a:pt x="0" y="883"/>
                </a:lnTo>
                <a:lnTo>
                  <a:pt x="0" y="883"/>
                </a:lnTo>
                <a:lnTo>
                  <a:pt x="0" y="646"/>
                </a:lnTo>
                <a:lnTo>
                  <a:pt x="0" y="462"/>
                </a:lnTo>
                <a:lnTo>
                  <a:pt x="0" y="462"/>
                </a:lnTo>
                <a:lnTo>
                  <a:pt x="0" y="0"/>
                </a:lnTo>
                <a:close/>
              </a:path>
            </a:pathLst>
          </a:custGeom>
          <a:gradFill>
            <a:gsLst>
              <a:gs pos="33000">
                <a:schemeClr val="accent1">
                  <a:alpha val="0"/>
                </a:schemeClr>
              </a:gs>
              <a:gs pos="82000">
                <a:schemeClr val="accent1">
                  <a:lumMod val="75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请在此输入您的副标题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封面页">
    <p:bg>
      <p:bgRef idx="1001">
        <a:schemeClr val="bg1"/>
      </p:bgRef>
    </p:bg>
    <p:spTree>
      <p:nvGrpSpPr>
        <p:cNvPr id="1" name=""/>
        <p:cNvGrpSpPr/>
        <p:nvPr/>
      </p:nvGrpSpPr>
      <p:grpSpPr>
        <a:xfrm>
          <a:off x="0" y="0"/>
          <a:ext cx="0" cy="0"/>
          <a:chOff x="0" y="0"/>
          <a:chExt cx="0" cy="0"/>
        </a:xfrm>
      </p:grpSpPr>
      <p:sp>
        <p:nvSpPr>
          <p:cNvPr id="8" name="任意多边形 7"/>
          <p:cNvSpPr/>
          <p:nvPr userDrawn="1">
            <p:custDataLst>
              <p:tags r:id="rId2"/>
            </p:custDataLst>
          </p:nvPr>
        </p:nvSpPr>
        <p:spPr>
          <a:xfrm>
            <a:off x="0" y="0"/>
            <a:ext cx="3137535" cy="6858635"/>
          </a:xfrm>
          <a:custGeom>
            <a:avLst/>
            <a:gdLst/>
            <a:ahLst/>
            <a:cxnLst>
              <a:cxn ang="3">
                <a:pos x="hc" y="t"/>
              </a:cxn>
              <a:cxn ang="cd2">
                <a:pos x="l" y="vc"/>
              </a:cxn>
              <a:cxn ang="cd4">
                <a:pos x="hc" y="b"/>
              </a:cxn>
              <a:cxn ang="0">
                <a:pos x="r" y="vc"/>
              </a:cxn>
            </a:cxnLst>
            <a:rect l="l" t="t" r="r" b="b"/>
            <a:pathLst>
              <a:path w="4876" h="10887">
                <a:moveTo>
                  <a:pt x="0" y="0"/>
                </a:moveTo>
                <a:lnTo>
                  <a:pt x="4876" y="0"/>
                </a:lnTo>
                <a:lnTo>
                  <a:pt x="4875" y="1"/>
                </a:lnTo>
                <a:cubicBezTo>
                  <a:pt x="4028" y="1342"/>
                  <a:pt x="3483" y="3434"/>
                  <a:pt x="3483" y="5783"/>
                </a:cubicBezTo>
                <a:cubicBezTo>
                  <a:pt x="3483" y="7728"/>
                  <a:pt x="3856" y="9496"/>
                  <a:pt x="4465" y="10808"/>
                </a:cubicBezTo>
                <a:lnTo>
                  <a:pt x="4503" y="10887"/>
                </a:lnTo>
                <a:lnTo>
                  <a:pt x="0" y="10887"/>
                </a:lnTo>
                <a:lnTo>
                  <a:pt x="0" y="0"/>
                </a:lnTo>
                <a:close/>
              </a:path>
            </a:pathLst>
          </a:custGeom>
          <a:gradFill>
            <a:gsLst>
              <a:gs pos="18000">
                <a:schemeClr val="accent1">
                  <a:lumMod val="88000"/>
                  <a:lumOff val="12000"/>
                </a:schemeClr>
              </a:gs>
              <a:gs pos="54000">
                <a:schemeClr val="accent1">
                  <a:lumMod val="75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9" name="任意多边形 8"/>
          <p:cNvSpPr/>
          <p:nvPr userDrawn="1">
            <p:custDataLst>
              <p:tags r:id="rId3"/>
            </p:custDataLst>
          </p:nvPr>
        </p:nvSpPr>
        <p:spPr>
          <a:xfrm>
            <a:off x="883920" y="-1270"/>
            <a:ext cx="2253615" cy="6859270"/>
          </a:xfrm>
          <a:custGeom>
            <a:avLst/>
            <a:gdLst/>
            <a:ahLst/>
            <a:cxnLst>
              <a:cxn ang="3">
                <a:pos x="hc" y="t"/>
              </a:cxn>
              <a:cxn ang="cd2">
                <a:pos x="l" y="vc"/>
              </a:cxn>
              <a:cxn ang="cd4">
                <a:pos x="hc" y="b"/>
              </a:cxn>
              <a:cxn ang="0">
                <a:pos x="r" y="vc"/>
              </a:cxn>
            </a:cxnLst>
            <a:rect l="l" t="t" r="r" b="b"/>
            <a:pathLst>
              <a:path w="3761" h="10887">
                <a:moveTo>
                  <a:pt x="3433" y="0"/>
                </a:moveTo>
                <a:lnTo>
                  <a:pt x="3761" y="0"/>
                </a:lnTo>
                <a:lnTo>
                  <a:pt x="3760" y="1"/>
                </a:lnTo>
                <a:cubicBezTo>
                  <a:pt x="2845" y="1342"/>
                  <a:pt x="2256" y="3434"/>
                  <a:pt x="2256" y="5783"/>
                </a:cubicBezTo>
                <a:cubicBezTo>
                  <a:pt x="2256" y="7728"/>
                  <a:pt x="2659" y="9496"/>
                  <a:pt x="3317" y="10808"/>
                </a:cubicBezTo>
                <a:lnTo>
                  <a:pt x="3358" y="10887"/>
                </a:lnTo>
                <a:lnTo>
                  <a:pt x="51" y="10887"/>
                </a:lnTo>
                <a:lnTo>
                  <a:pt x="46" y="10825"/>
                </a:lnTo>
                <a:cubicBezTo>
                  <a:pt x="16" y="10375"/>
                  <a:pt x="0" y="9915"/>
                  <a:pt x="0" y="9448"/>
                </a:cubicBezTo>
                <a:cubicBezTo>
                  <a:pt x="0" y="4986"/>
                  <a:pt x="1443" y="1217"/>
                  <a:pt x="3422" y="6"/>
                </a:cubicBezTo>
                <a:lnTo>
                  <a:pt x="3433" y="0"/>
                </a:lnTo>
                <a:close/>
              </a:path>
            </a:pathLst>
          </a:custGeom>
          <a:gradFill>
            <a:gsLst>
              <a:gs pos="0">
                <a:schemeClr val="accent1">
                  <a:lumMod val="40000"/>
                  <a:lumOff val="60000"/>
                </a:schemeClr>
              </a:gs>
              <a:gs pos="0">
                <a:schemeClr val="accent1">
                  <a:lumMod val="40000"/>
                  <a:lumOff val="60000"/>
                </a:schemeClr>
              </a:gs>
              <a:gs pos="40000">
                <a:schemeClr val="accent1">
                  <a:lumMod val="90000"/>
                </a:schemeClr>
              </a:gs>
              <a:gs pos="70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2" name="任意多边形 11"/>
          <p:cNvSpPr/>
          <p:nvPr userDrawn="1">
            <p:custDataLst>
              <p:tags r:id="rId4"/>
            </p:custDataLst>
          </p:nvPr>
        </p:nvSpPr>
        <p:spPr>
          <a:xfrm>
            <a:off x="2233295" y="0"/>
            <a:ext cx="1717675" cy="6857365"/>
          </a:xfrm>
          <a:custGeom>
            <a:avLst/>
            <a:gdLst/>
            <a:ahLst/>
            <a:cxnLst>
              <a:cxn ang="3">
                <a:pos x="hc" y="t"/>
              </a:cxn>
              <a:cxn ang="cd2">
                <a:pos x="l" y="vc"/>
              </a:cxn>
              <a:cxn ang="cd4">
                <a:pos x="hc" y="b"/>
              </a:cxn>
              <a:cxn ang="0">
                <a:pos x="r" y="vc"/>
              </a:cxn>
            </a:cxnLst>
            <a:rect l="l" t="t" r="r" b="b"/>
            <a:pathLst>
              <a:path w="2867" h="10799">
                <a:moveTo>
                  <a:pt x="1505" y="0"/>
                </a:moveTo>
                <a:lnTo>
                  <a:pt x="2497" y="0"/>
                </a:lnTo>
                <a:lnTo>
                  <a:pt x="2483" y="28"/>
                </a:lnTo>
                <a:cubicBezTo>
                  <a:pt x="1858" y="1289"/>
                  <a:pt x="1467" y="3087"/>
                  <a:pt x="1467" y="5083"/>
                </a:cubicBezTo>
                <a:cubicBezTo>
                  <a:pt x="1467" y="7436"/>
                  <a:pt x="2011" y="9514"/>
                  <a:pt x="2841" y="10760"/>
                </a:cubicBezTo>
                <a:lnTo>
                  <a:pt x="2867" y="10799"/>
                </a:lnTo>
                <a:lnTo>
                  <a:pt x="1100" y="10799"/>
                </a:lnTo>
                <a:lnTo>
                  <a:pt x="1061" y="10724"/>
                </a:lnTo>
                <a:cubicBezTo>
                  <a:pt x="403" y="9422"/>
                  <a:pt x="0" y="7668"/>
                  <a:pt x="0" y="5738"/>
                </a:cubicBezTo>
                <a:cubicBezTo>
                  <a:pt x="0" y="3407"/>
                  <a:pt x="589" y="1332"/>
                  <a:pt x="1504" y="1"/>
                </a:cubicBezTo>
                <a:lnTo>
                  <a:pt x="1505" y="0"/>
                </a:lnTo>
                <a:close/>
              </a:path>
            </a:pathLst>
          </a:custGeom>
          <a:gradFill>
            <a:gsLst>
              <a:gs pos="17000">
                <a:schemeClr val="accent1">
                  <a:alpha val="0"/>
                </a:schemeClr>
              </a:gs>
              <a:gs pos="83000">
                <a:schemeClr val="accent1">
                  <a:lumMod val="75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0"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11" name="页脚占位符 4"/>
          <p:cNvSpPr>
            <a:spLocks noGrp="1"/>
          </p:cNvSpPr>
          <p:nvPr>
            <p:ph type="ftr" sz="quarter" idx="11"/>
            <p:custDataLst>
              <p:tags r:id="rId6"/>
            </p:custDataLst>
          </p:nvPr>
        </p:nvSpPr>
        <p:spPr/>
        <p:txBody>
          <a:bodyPr>
            <a:normAutofit/>
          </a:bodyPr>
          <a:lstStyle/>
          <a:p>
            <a:endParaRPr lang="zh-CN" altLang="en-US" dirty="0"/>
          </a:p>
        </p:txBody>
      </p:sp>
      <p:sp>
        <p:nvSpPr>
          <p:cNvPr id="13"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6" name="Text Placeholder 15"/>
          <p:cNvSpPr>
            <a:spLocks noGrp="1"/>
          </p:cNvSpPr>
          <p:nvPr>
            <p:ph type="body" idx="16386" hasCustomPrompt="1"/>
            <p:custDataLst>
              <p:tags r:id="rId8"/>
            </p:custDataLst>
          </p:nvPr>
        </p:nvSpPr>
        <p:spPr>
          <a:xfrm>
            <a:off x="5078942" y="1651000"/>
            <a:ext cx="6097058" cy="457200"/>
          </a:xfrm>
          <a:noFill/>
        </p:spPr>
        <p:txBody>
          <a:bodyPr vert="horz" lIns="0" tIns="0" rIns="0" bIns="0" anchor="t">
            <a:normAutofit/>
          </a:bodyPr>
          <a:lstStyle>
            <a:lvl1pPr marL="0" indent="0" algn="r">
              <a:lnSpc>
                <a:spcPct val="125000"/>
              </a:lnSpc>
              <a:spcBef>
                <a:spcPct val="0"/>
              </a:spcBef>
              <a:spcAft>
                <a:spcPct val="0"/>
              </a:spcAft>
              <a:buNone/>
              <a:defRPr sz="2400" b="0" spc="0">
                <a:solidFill>
                  <a:schemeClr val="accent1">
                    <a:lumMod val="75000"/>
                  </a:schemeClr>
                </a:solidFill>
              </a:defRPr>
            </a:lvl1pPr>
          </a:lstStyle>
          <a:p>
            <a:pPr lvl="0"/>
            <a:r>
              <a:rPr lang="zh-CN" altLang="en-US" smtClean="0"/>
              <a:t>20XX YEAR</a:t>
            </a:r>
            <a:endParaRPr lang="zh-CN" altLang="en-US" smtClean="0"/>
          </a:p>
        </p:txBody>
      </p:sp>
      <p:sp>
        <p:nvSpPr>
          <p:cNvPr id="6" name="标题 1"/>
          <p:cNvSpPr>
            <a:spLocks noGrp="1"/>
          </p:cNvSpPr>
          <p:nvPr>
            <p:ph type="ctrTitle" idx="16385" hasCustomPrompt="1"/>
            <p:custDataLst>
              <p:tags r:id="rId9"/>
            </p:custDataLst>
          </p:nvPr>
        </p:nvSpPr>
        <p:spPr>
          <a:xfrm>
            <a:off x="4823354" y="2159000"/>
            <a:ext cx="6352646" cy="2540000"/>
          </a:xfrm>
        </p:spPr>
        <p:txBody>
          <a:bodyPr vert="horz" wrap="square" lIns="0" tIns="0" rIns="0" bIns="0" anchor="t">
            <a:normAutofit/>
          </a:bodyPr>
          <a:lstStyle>
            <a:lvl1pPr marL="0" indent="0" algn="r">
              <a:lnSpc>
                <a:spcPct val="100000"/>
              </a:lnSpc>
              <a:spcBef>
                <a:spcPct val="0"/>
              </a:spcBef>
              <a:spcAft>
                <a:spcPct val="0"/>
              </a:spcAft>
              <a:buNone/>
              <a:defRPr sz="6000" spc="0">
                <a:solidFill>
                  <a:schemeClr val="accent1">
                    <a:lumMod val="75000"/>
                  </a:schemeClr>
                </a:solidFill>
              </a:defRPr>
            </a:lvl1pPr>
          </a:lstStyle>
          <a:p>
            <a:r>
              <a:rPr lang="zh-CN" altLang="en-US" dirty="0"/>
              <a:t>单击此处添加文档标题</a:t>
            </a:r>
            <a:endParaRPr lang="zh-CN" altLang="en-US" dirty="0"/>
          </a:p>
        </p:txBody>
      </p:sp>
      <p:sp>
        <p:nvSpPr>
          <p:cNvPr id="19" name="署名占位符 10"/>
          <p:cNvSpPr>
            <a:spLocks noGrp="1"/>
          </p:cNvSpPr>
          <p:nvPr>
            <p:ph type="body" sz="quarter" idx="16387" hasCustomPrompt="1"/>
            <p:custDataLst>
              <p:tags r:id="rId10"/>
            </p:custDataLst>
          </p:nvPr>
        </p:nvSpPr>
        <p:spPr>
          <a:xfrm>
            <a:off x="8635118" y="4749800"/>
            <a:ext cx="2540882" cy="533400"/>
          </a:xfrm>
          <a:prstGeom prst="roundRect">
            <a:avLst>
              <a:gd name="adj" fmla="val 50000"/>
            </a:avLst>
          </a:prstGeom>
          <a:gradFill>
            <a:gsLst>
              <a:gs pos="0">
                <a:schemeClr val="accent1">
                  <a:lumMod val="80000"/>
                  <a:lumOff val="20000"/>
                </a:schemeClr>
              </a:gs>
              <a:gs pos="83000">
                <a:schemeClr val="accent1">
                  <a:lumMod val="75000"/>
                </a:schemeClr>
              </a:gs>
            </a:gsLst>
            <a:lin ang="81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compatLnSpc="1">
            <a:normAutofit/>
          </a:bodyPr>
          <a:lstStyle>
            <a:lvl1pPr marL="0" marR="0" lvl="0" indent="0" algn="ctr" defTabSz="914400" rtl="0" eaLnBrk="1" fontAlgn="auto" latinLnBrk="0" hangingPunct="1">
              <a:lnSpc>
                <a:spcPct val="100000"/>
              </a:lnSpc>
              <a:spcBef>
                <a:spcPct val="0"/>
              </a:spcBef>
              <a:spcAft>
                <a:spcPct val="0"/>
              </a:spcAft>
              <a:buClrTx/>
              <a:buSzTx/>
              <a:buFontTx/>
              <a:buNone/>
              <a:defRPr kumimoji="0" lang="zh-CN" altLang="en-US" sz="2000" b="1" i="0" u="none" strike="noStrike" kern="1200" cap="none" spc="0" normalizeH="0" baseline="0" noProof="1" dirty="0">
                <a:solidFill>
                  <a:srgbClr val="FFFFFF"/>
                </a:solidFill>
                <a:latin typeface="+mn-ea"/>
                <a:ea typeface="+mn-ea"/>
                <a:cs typeface="+mn-cs"/>
                <a:sym typeface="+mn-ea"/>
              </a:defRPr>
            </a:lvl1pPr>
          </a:lstStyle>
          <a:p>
            <a:pPr lvl="0"/>
            <a:r>
              <a:rPr>
                <a:sym typeface="+mn-ea"/>
              </a:rPr>
              <a:t>BY WPS</a:t>
            </a:r>
            <a:endParaRPr>
              <a:sym typeface="+mn-ea"/>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章节页">
    <p:bg>
      <p:bgRef idx="1001">
        <a:schemeClr val="bg1"/>
      </p:bgRef>
    </p:bg>
    <p:spTree>
      <p:nvGrpSpPr>
        <p:cNvPr id="1" name=""/>
        <p:cNvGrpSpPr/>
        <p:nvPr/>
      </p:nvGrpSpPr>
      <p:grpSpPr>
        <a:xfrm>
          <a:off x="0" y="0"/>
          <a:ext cx="0" cy="0"/>
          <a:chOff x="0" y="0"/>
          <a:chExt cx="0" cy="0"/>
        </a:xfrm>
      </p:grpSpPr>
      <p:sp>
        <p:nvSpPr>
          <p:cNvPr id="7" name="日期占位符 4"/>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5"/>
          <p:cNvSpPr>
            <a:spLocks noGrp="1"/>
          </p:cNvSpPr>
          <p:nvPr>
            <p:ph type="ftr" sz="quarter" idx="11"/>
            <p:custDataLst>
              <p:tags r:id="rId3"/>
            </p:custDataLst>
          </p:nvPr>
        </p:nvSpPr>
        <p:spPr/>
        <p:txBody>
          <a:bodyPr/>
          <a:lstStyle/>
          <a:p>
            <a:endParaRPr lang="zh-CN" altLang="en-US"/>
          </a:p>
        </p:txBody>
      </p:sp>
      <p:sp>
        <p:nvSpPr>
          <p:cNvPr id="10" name="灯片编号占位符 6"/>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任意多边形 9"/>
          <p:cNvSpPr/>
          <p:nvPr userDrawn="1">
            <p:custDataLst>
              <p:tags r:id="rId5"/>
            </p:custDataLst>
          </p:nvPr>
        </p:nvSpPr>
        <p:spPr>
          <a:xfrm flipH="1">
            <a:off x="8107680" y="-3175"/>
            <a:ext cx="4084320" cy="6858635"/>
          </a:xfrm>
          <a:custGeom>
            <a:avLst/>
            <a:gdLst/>
            <a:ahLst/>
            <a:cxnLst>
              <a:cxn ang="3">
                <a:pos x="hc" y="t"/>
              </a:cxn>
              <a:cxn ang="cd2">
                <a:pos x="l" y="vc"/>
              </a:cxn>
              <a:cxn ang="cd4">
                <a:pos x="hc" y="b"/>
              </a:cxn>
              <a:cxn ang="0">
                <a:pos x="r" y="vc"/>
              </a:cxn>
            </a:cxnLst>
            <a:rect l="l" t="t" r="r" b="b"/>
            <a:pathLst>
              <a:path w="4876" h="10887">
                <a:moveTo>
                  <a:pt x="0" y="0"/>
                </a:moveTo>
                <a:lnTo>
                  <a:pt x="4876" y="0"/>
                </a:lnTo>
                <a:lnTo>
                  <a:pt x="4875" y="1"/>
                </a:lnTo>
                <a:cubicBezTo>
                  <a:pt x="4028" y="1342"/>
                  <a:pt x="3483" y="3434"/>
                  <a:pt x="3483" y="5783"/>
                </a:cubicBezTo>
                <a:cubicBezTo>
                  <a:pt x="3483" y="7728"/>
                  <a:pt x="3856" y="9496"/>
                  <a:pt x="4465" y="10808"/>
                </a:cubicBezTo>
                <a:lnTo>
                  <a:pt x="4503" y="10887"/>
                </a:lnTo>
                <a:lnTo>
                  <a:pt x="0" y="10887"/>
                </a:lnTo>
                <a:lnTo>
                  <a:pt x="0" y="0"/>
                </a:lnTo>
                <a:close/>
              </a:path>
            </a:pathLst>
          </a:custGeom>
          <a:gradFill>
            <a:gsLst>
              <a:gs pos="18000">
                <a:schemeClr val="accent1">
                  <a:lumMod val="88000"/>
                  <a:lumOff val="12000"/>
                </a:schemeClr>
              </a:gs>
              <a:gs pos="49000">
                <a:schemeClr val="accent1">
                  <a:lumMod val="75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2" name="任意多边形 11"/>
          <p:cNvSpPr/>
          <p:nvPr userDrawn="1">
            <p:custDataLst>
              <p:tags r:id="rId6"/>
            </p:custDataLst>
          </p:nvPr>
        </p:nvSpPr>
        <p:spPr>
          <a:xfrm flipH="1">
            <a:off x="8136255" y="-4445"/>
            <a:ext cx="2253615" cy="6859270"/>
          </a:xfrm>
          <a:custGeom>
            <a:avLst/>
            <a:gdLst/>
            <a:ahLst/>
            <a:cxnLst>
              <a:cxn ang="3">
                <a:pos x="hc" y="t"/>
              </a:cxn>
              <a:cxn ang="cd2">
                <a:pos x="l" y="vc"/>
              </a:cxn>
              <a:cxn ang="cd4">
                <a:pos x="hc" y="b"/>
              </a:cxn>
              <a:cxn ang="0">
                <a:pos x="r" y="vc"/>
              </a:cxn>
            </a:cxnLst>
            <a:rect l="l" t="t" r="r" b="b"/>
            <a:pathLst>
              <a:path w="3761" h="10887">
                <a:moveTo>
                  <a:pt x="3433" y="0"/>
                </a:moveTo>
                <a:lnTo>
                  <a:pt x="3761" y="0"/>
                </a:lnTo>
                <a:lnTo>
                  <a:pt x="3760" y="1"/>
                </a:lnTo>
                <a:cubicBezTo>
                  <a:pt x="2845" y="1342"/>
                  <a:pt x="2256" y="3434"/>
                  <a:pt x="2256" y="5783"/>
                </a:cubicBezTo>
                <a:cubicBezTo>
                  <a:pt x="2256" y="7728"/>
                  <a:pt x="2659" y="9496"/>
                  <a:pt x="3317" y="10808"/>
                </a:cubicBezTo>
                <a:lnTo>
                  <a:pt x="3358" y="10887"/>
                </a:lnTo>
                <a:lnTo>
                  <a:pt x="51" y="10887"/>
                </a:lnTo>
                <a:lnTo>
                  <a:pt x="46" y="10825"/>
                </a:lnTo>
                <a:cubicBezTo>
                  <a:pt x="16" y="10375"/>
                  <a:pt x="0" y="9915"/>
                  <a:pt x="0" y="9448"/>
                </a:cubicBezTo>
                <a:cubicBezTo>
                  <a:pt x="0" y="4986"/>
                  <a:pt x="1443" y="1217"/>
                  <a:pt x="3422" y="6"/>
                </a:cubicBezTo>
                <a:lnTo>
                  <a:pt x="3433" y="0"/>
                </a:lnTo>
                <a:close/>
              </a:path>
            </a:pathLst>
          </a:custGeom>
          <a:gradFill>
            <a:gsLst>
              <a:gs pos="0">
                <a:schemeClr val="accent1">
                  <a:lumMod val="40000"/>
                  <a:lumOff val="60000"/>
                </a:schemeClr>
              </a:gs>
              <a:gs pos="0">
                <a:schemeClr val="accent1">
                  <a:lumMod val="40000"/>
                  <a:lumOff val="60000"/>
                </a:schemeClr>
              </a:gs>
              <a:gs pos="26000">
                <a:schemeClr val="accent1">
                  <a:lumMod val="90000"/>
                </a:schemeClr>
              </a:gs>
              <a:gs pos="64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3" name="任意多边形 12"/>
          <p:cNvSpPr/>
          <p:nvPr userDrawn="1">
            <p:custDataLst>
              <p:tags r:id="rId7"/>
            </p:custDataLst>
          </p:nvPr>
        </p:nvSpPr>
        <p:spPr>
          <a:xfrm flipH="1">
            <a:off x="7275830" y="-3175"/>
            <a:ext cx="1795780" cy="6857365"/>
          </a:xfrm>
          <a:custGeom>
            <a:avLst/>
            <a:gdLst/>
            <a:ahLst/>
            <a:cxnLst>
              <a:cxn ang="3">
                <a:pos x="hc" y="t"/>
              </a:cxn>
              <a:cxn ang="cd2">
                <a:pos x="l" y="vc"/>
              </a:cxn>
              <a:cxn ang="cd4">
                <a:pos x="hc" y="b"/>
              </a:cxn>
              <a:cxn ang="0">
                <a:pos x="r" y="vc"/>
              </a:cxn>
            </a:cxnLst>
            <a:rect l="l" t="t" r="r" b="b"/>
            <a:pathLst>
              <a:path w="2867" h="10799">
                <a:moveTo>
                  <a:pt x="1505" y="0"/>
                </a:moveTo>
                <a:lnTo>
                  <a:pt x="2497" y="0"/>
                </a:lnTo>
                <a:lnTo>
                  <a:pt x="2483" y="28"/>
                </a:lnTo>
                <a:cubicBezTo>
                  <a:pt x="1858" y="1289"/>
                  <a:pt x="1467" y="3087"/>
                  <a:pt x="1467" y="5083"/>
                </a:cubicBezTo>
                <a:cubicBezTo>
                  <a:pt x="1467" y="7436"/>
                  <a:pt x="2011" y="9514"/>
                  <a:pt x="2841" y="10760"/>
                </a:cubicBezTo>
                <a:lnTo>
                  <a:pt x="2867" y="10799"/>
                </a:lnTo>
                <a:lnTo>
                  <a:pt x="1100" y="10799"/>
                </a:lnTo>
                <a:lnTo>
                  <a:pt x="1061" y="10724"/>
                </a:lnTo>
                <a:cubicBezTo>
                  <a:pt x="403" y="9422"/>
                  <a:pt x="0" y="7668"/>
                  <a:pt x="0" y="5738"/>
                </a:cubicBezTo>
                <a:cubicBezTo>
                  <a:pt x="0" y="3407"/>
                  <a:pt x="589" y="1332"/>
                  <a:pt x="1504" y="1"/>
                </a:cubicBezTo>
                <a:lnTo>
                  <a:pt x="1505" y="0"/>
                </a:lnTo>
                <a:close/>
              </a:path>
            </a:pathLst>
          </a:custGeom>
          <a:gradFill>
            <a:gsLst>
              <a:gs pos="17000">
                <a:schemeClr val="accent1">
                  <a:alpha val="0"/>
                </a:schemeClr>
              </a:gs>
              <a:gs pos="83000">
                <a:schemeClr val="accent1">
                  <a:lumMod val="75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p>
        </p:txBody>
      </p:sp>
      <p:sp>
        <p:nvSpPr>
          <p:cNvPr id="6" name="标题 1"/>
          <p:cNvSpPr>
            <a:spLocks noGrp="1"/>
          </p:cNvSpPr>
          <p:nvPr>
            <p:ph type="title" idx="16385" hasCustomPrompt="1"/>
            <p:custDataLst>
              <p:tags r:id="rId8"/>
            </p:custDataLst>
          </p:nvPr>
        </p:nvSpPr>
        <p:spPr>
          <a:xfrm>
            <a:off x="1016000" y="3530600"/>
            <a:ext cx="6352117" cy="1524000"/>
          </a:xfrm>
        </p:spPr>
        <p:txBody>
          <a:bodyPr vert="horz" wrap="square" lIns="0" tIns="0" rIns="0" bIns="0" anchor="t" anchorCtr="0">
            <a:normAutofit/>
          </a:bodyPr>
          <a:lstStyle>
            <a:lvl1pPr marL="0" indent="0" algn="l">
              <a:lnSpc>
                <a:spcPct val="100000"/>
              </a:lnSpc>
              <a:spcBef>
                <a:spcPct val="0"/>
              </a:spcBef>
              <a:spcAft>
                <a:spcPct val="0"/>
              </a:spcAft>
              <a:buNone/>
              <a:defRPr sz="4800" b="1" spc="0"/>
            </a:lvl1pPr>
          </a:lstStyle>
          <a:p>
            <a:r>
              <a:rPr lang="zh-CN" altLang="en-US" dirty="0"/>
              <a:t>单击此处添加章节标题</a:t>
            </a:r>
            <a:endParaRPr lang="zh-CN" altLang="en-US" dirty="0"/>
          </a:p>
        </p:txBody>
      </p:sp>
      <p:sp>
        <p:nvSpPr>
          <p:cNvPr id="8" name="节编号 3"/>
          <p:cNvSpPr>
            <a:spLocks noGrp="1"/>
          </p:cNvSpPr>
          <p:nvPr>
            <p:ph type="body" sz="quarter" idx="16386" hasCustomPrompt="1"/>
            <p:custDataLst>
              <p:tags r:id="rId9"/>
            </p:custDataLst>
          </p:nvPr>
        </p:nvSpPr>
        <p:spPr>
          <a:xfrm>
            <a:off x="1016000" y="1905000"/>
            <a:ext cx="1527175" cy="1524000"/>
          </a:xfrm>
        </p:spPr>
        <p:txBody>
          <a:bodyPr vert="horz" wrap="none" lIns="0" tIns="0" rIns="0" bIns="0" anchor="ctr" anchorCtr="0">
            <a:normAutofit/>
          </a:bodyPr>
          <a:lstStyle>
            <a:lvl1pPr marL="0" indent="0" algn="l">
              <a:lnSpc>
                <a:spcPct val="109000"/>
              </a:lnSpc>
              <a:spcBef>
                <a:spcPct val="0"/>
              </a:spcBef>
              <a:spcAft>
                <a:spcPct val="0"/>
              </a:spcAft>
              <a:buNone/>
              <a:defRPr sz="7200" b="1" spc="0">
                <a:solidFill>
                  <a:schemeClr val="accent1"/>
                </a:solidFill>
              </a:defRPr>
            </a:lvl1pPr>
          </a:lstStyle>
          <a:p>
            <a:pPr lvl="0"/>
            <a:r>
              <a:rPr lang="zh-CN" altLang="en-US" dirty="0"/>
              <a:t>01</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结束页">
    <p:bg>
      <p:bgRef idx="1001">
        <a:schemeClr val="bg1"/>
      </p:bgRef>
    </p:bg>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a:off x="635" y="0"/>
            <a:ext cx="3136900" cy="6858635"/>
          </a:xfrm>
          <a:custGeom>
            <a:avLst/>
            <a:gdLst/>
            <a:ahLst/>
            <a:cxnLst>
              <a:cxn ang="3">
                <a:pos x="hc" y="t"/>
              </a:cxn>
              <a:cxn ang="cd2">
                <a:pos x="l" y="vc"/>
              </a:cxn>
              <a:cxn ang="cd4">
                <a:pos x="hc" y="b"/>
              </a:cxn>
              <a:cxn ang="0">
                <a:pos x="r" y="vc"/>
              </a:cxn>
            </a:cxnLst>
            <a:rect l="l" t="t" r="r" b="b"/>
            <a:pathLst>
              <a:path w="4876" h="10887">
                <a:moveTo>
                  <a:pt x="0" y="0"/>
                </a:moveTo>
                <a:lnTo>
                  <a:pt x="4876" y="0"/>
                </a:lnTo>
                <a:lnTo>
                  <a:pt x="4875" y="1"/>
                </a:lnTo>
                <a:cubicBezTo>
                  <a:pt x="4028" y="1342"/>
                  <a:pt x="3483" y="3434"/>
                  <a:pt x="3483" y="5783"/>
                </a:cubicBezTo>
                <a:cubicBezTo>
                  <a:pt x="3483" y="7728"/>
                  <a:pt x="3856" y="9496"/>
                  <a:pt x="4465" y="10808"/>
                </a:cubicBezTo>
                <a:lnTo>
                  <a:pt x="4503" y="10887"/>
                </a:lnTo>
                <a:lnTo>
                  <a:pt x="0" y="10887"/>
                </a:lnTo>
                <a:lnTo>
                  <a:pt x="0" y="0"/>
                </a:lnTo>
                <a:close/>
              </a:path>
            </a:pathLst>
          </a:custGeom>
          <a:gradFill>
            <a:gsLst>
              <a:gs pos="18000">
                <a:schemeClr val="accent1">
                  <a:lumMod val="88000"/>
                  <a:lumOff val="12000"/>
                </a:schemeClr>
              </a:gs>
              <a:gs pos="54000">
                <a:schemeClr val="accent1">
                  <a:lumMod val="75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1" name="任意多边形 10"/>
          <p:cNvSpPr/>
          <p:nvPr userDrawn="1">
            <p:custDataLst>
              <p:tags r:id="rId3"/>
            </p:custDataLst>
          </p:nvPr>
        </p:nvSpPr>
        <p:spPr>
          <a:xfrm>
            <a:off x="883920" y="-1270"/>
            <a:ext cx="2253615" cy="6859270"/>
          </a:xfrm>
          <a:custGeom>
            <a:avLst/>
            <a:gdLst/>
            <a:ahLst/>
            <a:cxnLst>
              <a:cxn ang="3">
                <a:pos x="hc" y="t"/>
              </a:cxn>
              <a:cxn ang="cd2">
                <a:pos x="l" y="vc"/>
              </a:cxn>
              <a:cxn ang="cd4">
                <a:pos x="hc" y="b"/>
              </a:cxn>
              <a:cxn ang="0">
                <a:pos x="r" y="vc"/>
              </a:cxn>
            </a:cxnLst>
            <a:rect l="l" t="t" r="r" b="b"/>
            <a:pathLst>
              <a:path w="3761" h="10887">
                <a:moveTo>
                  <a:pt x="3433" y="0"/>
                </a:moveTo>
                <a:lnTo>
                  <a:pt x="3761" y="0"/>
                </a:lnTo>
                <a:lnTo>
                  <a:pt x="3760" y="1"/>
                </a:lnTo>
                <a:cubicBezTo>
                  <a:pt x="2845" y="1342"/>
                  <a:pt x="2256" y="3434"/>
                  <a:pt x="2256" y="5783"/>
                </a:cubicBezTo>
                <a:cubicBezTo>
                  <a:pt x="2256" y="7728"/>
                  <a:pt x="2659" y="9496"/>
                  <a:pt x="3317" y="10808"/>
                </a:cubicBezTo>
                <a:lnTo>
                  <a:pt x="3358" y="10887"/>
                </a:lnTo>
                <a:lnTo>
                  <a:pt x="51" y="10887"/>
                </a:lnTo>
                <a:lnTo>
                  <a:pt x="46" y="10825"/>
                </a:lnTo>
                <a:cubicBezTo>
                  <a:pt x="16" y="10375"/>
                  <a:pt x="0" y="9915"/>
                  <a:pt x="0" y="9448"/>
                </a:cubicBezTo>
                <a:cubicBezTo>
                  <a:pt x="0" y="4986"/>
                  <a:pt x="1443" y="1217"/>
                  <a:pt x="3422" y="6"/>
                </a:cubicBezTo>
                <a:lnTo>
                  <a:pt x="3433" y="0"/>
                </a:lnTo>
                <a:close/>
              </a:path>
            </a:pathLst>
          </a:custGeom>
          <a:gradFill>
            <a:gsLst>
              <a:gs pos="0">
                <a:schemeClr val="accent1">
                  <a:lumMod val="40000"/>
                  <a:lumOff val="60000"/>
                </a:schemeClr>
              </a:gs>
              <a:gs pos="0">
                <a:schemeClr val="accent1">
                  <a:lumMod val="40000"/>
                  <a:lumOff val="60000"/>
                </a:schemeClr>
              </a:gs>
              <a:gs pos="40000">
                <a:schemeClr val="accent1">
                  <a:lumMod val="90000"/>
                </a:schemeClr>
              </a:gs>
              <a:gs pos="70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7" name="任意多边形 26"/>
          <p:cNvSpPr/>
          <p:nvPr userDrawn="1">
            <p:custDataLst>
              <p:tags r:id="rId4"/>
            </p:custDataLst>
          </p:nvPr>
        </p:nvSpPr>
        <p:spPr>
          <a:xfrm>
            <a:off x="2233295" y="0"/>
            <a:ext cx="1717675" cy="6857365"/>
          </a:xfrm>
          <a:custGeom>
            <a:avLst/>
            <a:gdLst/>
            <a:ahLst/>
            <a:cxnLst>
              <a:cxn ang="3">
                <a:pos x="hc" y="t"/>
              </a:cxn>
              <a:cxn ang="cd2">
                <a:pos x="l" y="vc"/>
              </a:cxn>
              <a:cxn ang="cd4">
                <a:pos x="hc" y="b"/>
              </a:cxn>
              <a:cxn ang="0">
                <a:pos x="r" y="vc"/>
              </a:cxn>
            </a:cxnLst>
            <a:rect l="l" t="t" r="r" b="b"/>
            <a:pathLst>
              <a:path w="2867" h="10799">
                <a:moveTo>
                  <a:pt x="1505" y="0"/>
                </a:moveTo>
                <a:lnTo>
                  <a:pt x="2497" y="0"/>
                </a:lnTo>
                <a:lnTo>
                  <a:pt x="2483" y="28"/>
                </a:lnTo>
                <a:cubicBezTo>
                  <a:pt x="1858" y="1289"/>
                  <a:pt x="1467" y="3087"/>
                  <a:pt x="1467" y="5083"/>
                </a:cubicBezTo>
                <a:cubicBezTo>
                  <a:pt x="1467" y="7436"/>
                  <a:pt x="2011" y="9514"/>
                  <a:pt x="2841" y="10760"/>
                </a:cubicBezTo>
                <a:lnTo>
                  <a:pt x="2867" y="10799"/>
                </a:lnTo>
                <a:lnTo>
                  <a:pt x="1100" y="10799"/>
                </a:lnTo>
                <a:lnTo>
                  <a:pt x="1061" y="10724"/>
                </a:lnTo>
                <a:cubicBezTo>
                  <a:pt x="403" y="9422"/>
                  <a:pt x="0" y="7668"/>
                  <a:pt x="0" y="5738"/>
                </a:cubicBezTo>
                <a:cubicBezTo>
                  <a:pt x="0" y="3407"/>
                  <a:pt x="589" y="1332"/>
                  <a:pt x="1504" y="1"/>
                </a:cubicBezTo>
                <a:lnTo>
                  <a:pt x="1505" y="0"/>
                </a:lnTo>
                <a:close/>
              </a:path>
            </a:pathLst>
          </a:custGeom>
          <a:gradFill>
            <a:gsLst>
              <a:gs pos="17000">
                <a:schemeClr val="accent1">
                  <a:alpha val="0"/>
                </a:schemeClr>
              </a:gs>
              <a:gs pos="83000">
                <a:schemeClr val="accent1">
                  <a:lumMod val="75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8"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6"/>
            </p:custDataLst>
          </p:nvPr>
        </p:nvSpPr>
        <p:spPr/>
        <p:txBody>
          <a:bodyPr/>
          <a:lstStyle/>
          <a:p>
            <a:endParaRPr lang="zh-CN" altLang="en-US"/>
          </a:p>
        </p:txBody>
      </p:sp>
      <p:sp>
        <p:nvSpPr>
          <p:cNvPr id="10"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3" name="Subtitle 12"/>
          <p:cNvSpPr>
            <a:spLocks noGrp="1"/>
          </p:cNvSpPr>
          <p:nvPr>
            <p:ph type="body" idx="16386" hasCustomPrompt="1"/>
            <p:custDataLst>
              <p:tags r:id="rId8"/>
            </p:custDataLst>
          </p:nvPr>
        </p:nvSpPr>
        <p:spPr>
          <a:xfrm>
            <a:off x="5726642" y="2667000"/>
            <a:ext cx="5449358" cy="457200"/>
          </a:xfrm>
          <a:noFill/>
        </p:spPr>
        <p:txBody>
          <a:bodyPr vert="horz" lIns="0" tIns="0" rIns="0" bIns="0" anchor="t">
            <a:normAutofit/>
          </a:bodyPr>
          <a:lstStyle>
            <a:lvl1pPr marL="0" indent="0" algn="r">
              <a:lnSpc>
                <a:spcPct val="125000"/>
              </a:lnSpc>
              <a:spcBef>
                <a:spcPct val="0"/>
              </a:spcBef>
              <a:spcAft>
                <a:spcPct val="0"/>
              </a:spcAft>
              <a:buNone/>
              <a:defRPr sz="2400" b="0" spc="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THE END</a:t>
            </a:r>
            <a:endParaRPr lang="zh-CN" altLang="en-US"/>
          </a:p>
        </p:txBody>
      </p:sp>
      <p:sp>
        <p:nvSpPr>
          <p:cNvPr id="6" name="标题 1"/>
          <p:cNvSpPr>
            <a:spLocks noGrp="1"/>
          </p:cNvSpPr>
          <p:nvPr>
            <p:ph type="ctrTitle" idx="16385" hasCustomPrompt="1"/>
            <p:custDataLst>
              <p:tags r:id="rId9"/>
            </p:custDataLst>
          </p:nvPr>
        </p:nvSpPr>
        <p:spPr>
          <a:xfrm>
            <a:off x="5724878" y="3175000"/>
            <a:ext cx="5451122" cy="1016000"/>
          </a:xfrm>
        </p:spPr>
        <p:txBody>
          <a:bodyPr vert="horz" wrap="square" lIns="0" tIns="0" rIns="0" bIns="0" anchor="t" anchorCtr="0">
            <a:normAutofit/>
          </a:bodyPr>
          <a:lstStyle>
            <a:lvl1pPr marL="0" indent="0" algn="r">
              <a:lnSpc>
                <a:spcPct val="100000"/>
              </a:lnSpc>
              <a:spcBef>
                <a:spcPct val="0"/>
              </a:spcBef>
              <a:spcAft>
                <a:spcPct val="0"/>
              </a:spcAft>
              <a:buNone/>
              <a:defRPr sz="6400" spc="0">
                <a:solidFill>
                  <a:schemeClr val="accent1">
                    <a:lumMod val="75000"/>
                  </a:schemeClr>
                </a:solidFill>
              </a:defRPr>
            </a:lvl1pPr>
          </a:lstStyle>
          <a:p>
            <a:r>
              <a:rPr lang="zh-CN" altLang="en-US" dirty="0"/>
              <a:t>谢谢观看</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目录页">
    <p:bg>
      <p:bgRef idx="1001">
        <a:schemeClr val="bg1"/>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Subtitle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Title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Text Placeholder 12"/>
          <p:cNvSpPr>
            <a:spLocks noGrp="1"/>
          </p:cNvSpPr>
          <p:nvPr>
            <p:ph type="body" idx="16388"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5"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1638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Text Placeholder 15"/>
          <p:cNvSpPr>
            <a:spLocks noGrp="1"/>
          </p:cNvSpPr>
          <p:nvPr>
            <p:ph type="body" idx="16390"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396"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16389"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Text Placeholder 18"/>
          <p:cNvSpPr>
            <a:spLocks noGrp="1"/>
          </p:cNvSpPr>
          <p:nvPr>
            <p:ph type="body" idx="16392"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397"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16391"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Text Placeholder 21"/>
          <p:cNvSpPr>
            <a:spLocks noGrp="1"/>
          </p:cNvSpPr>
          <p:nvPr>
            <p:ph type="body" idx="16394"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398"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Text Placeholder 23"/>
          <p:cNvSpPr>
            <a:spLocks noGrp="1"/>
          </p:cNvSpPr>
          <p:nvPr>
            <p:ph type="body" idx="16393"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章节页">
    <p:bg>
      <p:bgRef idx="1001">
        <a:schemeClr val="bg1"/>
      </p:bgRef>
    </p:bg>
    <p:spTree>
      <p:nvGrpSpPr>
        <p:cNvPr id="1" name=""/>
        <p:cNvGrpSpPr/>
        <p:nvPr/>
      </p:nvGrpSpPr>
      <p:grpSpPr>
        <a:xfrm>
          <a:off x="0" y="0"/>
          <a:ext cx="0" cy="0"/>
          <a:chOff x="0" y="0"/>
          <a:chExt cx="0" cy="0"/>
        </a:xfrm>
      </p:grpSpPr>
      <p:sp>
        <p:nvSpPr>
          <p:cNvPr id="7" name="日期占位符 4"/>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9" name="页脚占位符 5"/>
          <p:cNvSpPr>
            <a:spLocks noGrp="1"/>
          </p:cNvSpPr>
          <p:nvPr>
            <p:ph type="ftr" sz="quarter" idx="11"/>
            <p:custDataLst>
              <p:tags r:id="rId3"/>
            </p:custDataLst>
          </p:nvPr>
        </p:nvSpPr>
        <p:spPr/>
        <p:txBody>
          <a:bodyPr/>
          <a:lstStyle/>
          <a:p>
            <a:endParaRPr lang="zh-CN" altLang="en-US"/>
          </a:p>
        </p:txBody>
      </p:sp>
      <p:sp>
        <p:nvSpPr>
          <p:cNvPr id="10" name="灯片编号占位符 6"/>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11" name="任意多边形 9"/>
          <p:cNvSpPr/>
          <p:nvPr userDrawn="1">
            <p:custDataLst>
              <p:tags r:id="rId5"/>
            </p:custDataLst>
          </p:nvPr>
        </p:nvSpPr>
        <p:spPr>
          <a:xfrm flipH="1">
            <a:off x="8107680" y="-3175"/>
            <a:ext cx="4084320" cy="6858635"/>
          </a:xfrm>
          <a:custGeom>
            <a:avLst/>
            <a:gdLst/>
            <a:ahLst/>
            <a:cxnLst>
              <a:cxn ang="3">
                <a:pos x="hc" y="t"/>
              </a:cxn>
              <a:cxn ang="cd2">
                <a:pos x="l" y="vc"/>
              </a:cxn>
              <a:cxn ang="cd4">
                <a:pos x="hc" y="b"/>
              </a:cxn>
              <a:cxn ang="0">
                <a:pos x="r" y="vc"/>
              </a:cxn>
            </a:cxnLst>
            <a:rect l="l" t="t" r="r" b="b"/>
            <a:pathLst>
              <a:path w="4876" h="10887">
                <a:moveTo>
                  <a:pt x="0" y="0"/>
                </a:moveTo>
                <a:lnTo>
                  <a:pt x="4876" y="0"/>
                </a:lnTo>
                <a:lnTo>
                  <a:pt x="4875" y="1"/>
                </a:lnTo>
                <a:cubicBezTo>
                  <a:pt x="4028" y="1342"/>
                  <a:pt x="3483" y="3434"/>
                  <a:pt x="3483" y="5783"/>
                </a:cubicBezTo>
                <a:cubicBezTo>
                  <a:pt x="3483" y="7728"/>
                  <a:pt x="3856" y="9496"/>
                  <a:pt x="4465" y="10808"/>
                </a:cubicBezTo>
                <a:lnTo>
                  <a:pt x="4503" y="10887"/>
                </a:lnTo>
                <a:lnTo>
                  <a:pt x="0" y="10887"/>
                </a:lnTo>
                <a:lnTo>
                  <a:pt x="0" y="0"/>
                </a:lnTo>
                <a:close/>
              </a:path>
            </a:pathLst>
          </a:custGeom>
          <a:gradFill>
            <a:gsLst>
              <a:gs pos="18000">
                <a:schemeClr val="accent1">
                  <a:lumMod val="88000"/>
                  <a:lumOff val="12000"/>
                </a:schemeClr>
              </a:gs>
              <a:gs pos="49000">
                <a:schemeClr val="accent1">
                  <a:lumMod val="75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2" name="任意多边形 11"/>
          <p:cNvSpPr/>
          <p:nvPr userDrawn="1">
            <p:custDataLst>
              <p:tags r:id="rId6"/>
            </p:custDataLst>
          </p:nvPr>
        </p:nvSpPr>
        <p:spPr>
          <a:xfrm flipH="1">
            <a:off x="8136255" y="-4445"/>
            <a:ext cx="2253615" cy="6859270"/>
          </a:xfrm>
          <a:custGeom>
            <a:avLst/>
            <a:gdLst/>
            <a:ahLst/>
            <a:cxnLst>
              <a:cxn ang="3">
                <a:pos x="hc" y="t"/>
              </a:cxn>
              <a:cxn ang="cd2">
                <a:pos x="l" y="vc"/>
              </a:cxn>
              <a:cxn ang="cd4">
                <a:pos x="hc" y="b"/>
              </a:cxn>
              <a:cxn ang="0">
                <a:pos x="r" y="vc"/>
              </a:cxn>
            </a:cxnLst>
            <a:rect l="l" t="t" r="r" b="b"/>
            <a:pathLst>
              <a:path w="3761" h="10887">
                <a:moveTo>
                  <a:pt x="3433" y="0"/>
                </a:moveTo>
                <a:lnTo>
                  <a:pt x="3761" y="0"/>
                </a:lnTo>
                <a:lnTo>
                  <a:pt x="3760" y="1"/>
                </a:lnTo>
                <a:cubicBezTo>
                  <a:pt x="2845" y="1342"/>
                  <a:pt x="2256" y="3434"/>
                  <a:pt x="2256" y="5783"/>
                </a:cubicBezTo>
                <a:cubicBezTo>
                  <a:pt x="2256" y="7728"/>
                  <a:pt x="2659" y="9496"/>
                  <a:pt x="3317" y="10808"/>
                </a:cubicBezTo>
                <a:lnTo>
                  <a:pt x="3358" y="10887"/>
                </a:lnTo>
                <a:lnTo>
                  <a:pt x="51" y="10887"/>
                </a:lnTo>
                <a:lnTo>
                  <a:pt x="46" y="10825"/>
                </a:lnTo>
                <a:cubicBezTo>
                  <a:pt x="16" y="10375"/>
                  <a:pt x="0" y="9915"/>
                  <a:pt x="0" y="9448"/>
                </a:cubicBezTo>
                <a:cubicBezTo>
                  <a:pt x="0" y="4986"/>
                  <a:pt x="1443" y="1217"/>
                  <a:pt x="3422" y="6"/>
                </a:cubicBezTo>
                <a:lnTo>
                  <a:pt x="3433" y="0"/>
                </a:lnTo>
                <a:close/>
              </a:path>
            </a:pathLst>
          </a:custGeom>
          <a:gradFill>
            <a:gsLst>
              <a:gs pos="0">
                <a:schemeClr val="accent1">
                  <a:lumMod val="40000"/>
                  <a:lumOff val="60000"/>
                </a:schemeClr>
              </a:gs>
              <a:gs pos="0">
                <a:schemeClr val="accent1">
                  <a:lumMod val="40000"/>
                  <a:lumOff val="60000"/>
                </a:schemeClr>
              </a:gs>
              <a:gs pos="26000">
                <a:schemeClr val="accent1">
                  <a:lumMod val="90000"/>
                </a:schemeClr>
              </a:gs>
              <a:gs pos="64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13" name="任意多边形 12"/>
          <p:cNvSpPr/>
          <p:nvPr userDrawn="1">
            <p:custDataLst>
              <p:tags r:id="rId7"/>
            </p:custDataLst>
          </p:nvPr>
        </p:nvSpPr>
        <p:spPr>
          <a:xfrm flipH="1">
            <a:off x="7275830" y="-3175"/>
            <a:ext cx="1795780" cy="6857365"/>
          </a:xfrm>
          <a:custGeom>
            <a:avLst/>
            <a:gdLst/>
            <a:ahLst/>
            <a:cxnLst>
              <a:cxn ang="3">
                <a:pos x="hc" y="t"/>
              </a:cxn>
              <a:cxn ang="cd2">
                <a:pos x="l" y="vc"/>
              </a:cxn>
              <a:cxn ang="cd4">
                <a:pos x="hc" y="b"/>
              </a:cxn>
              <a:cxn ang="0">
                <a:pos x="r" y="vc"/>
              </a:cxn>
            </a:cxnLst>
            <a:rect l="l" t="t" r="r" b="b"/>
            <a:pathLst>
              <a:path w="2867" h="10799">
                <a:moveTo>
                  <a:pt x="1505" y="0"/>
                </a:moveTo>
                <a:lnTo>
                  <a:pt x="2497" y="0"/>
                </a:lnTo>
                <a:lnTo>
                  <a:pt x="2483" y="28"/>
                </a:lnTo>
                <a:cubicBezTo>
                  <a:pt x="1858" y="1289"/>
                  <a:pt x="1467" y="3087"/>
                  <a:pt x="1467" y="5083"/>
                </a:cubicBezTo>
                <a:cubicBezTo>
                  <a:pt x="1467" y="7436"/>
                  <a:pt x="2011" y="9514"/>
                  <a:pt x="2841" y="10760"/>
                </a:cubicBezTo>
                <a:lnTo>
                  <a:pt x="2867" y="10799"/>
                </a:lnTo>
                <a:lnTo>
                  <a:pt x="1100" y="10799"/>
                </a:lnTo>
                <a:lnTo>
                  <a:pt x="1061" y="10724"/>
                </a:lnTo>
                <a:cubicBezTo>
                  <a:pt x="403" y="9422"/>
                  <a:pt x="0" y="7668"/>
                  <a:pt x="0" y="5738"/>
                </a:cubicBezTo>
                <a:cubicBezTo>
                  <a:pt x="0" y="3407"/>
                  <a:pt x="589" y="1332"/>
                  <a:pt x="1504" y="1"/>
                </a:cubicBezTo>
                <a:lnTo>
                  <a:pt x="1505" y="0"/>
                </a:lnTo>
                <a:close/>
              </a:path>
            </a:pathLst>
          </a:custGeom>
          <a:gradFill>
            <a:gsLst>
              <a:gs pos="17000">
                <a:schemeClr val="accent1">
                  <a:alpha val="0"/>
                </a:schemeClr>
              </a:gs>
              <a:gs pos="83000">
                <a:schemeClr val="accent1">
                  <a:lumMod val="75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p>
        </p:txBody>
      </p:sp>
      <p:sp>
        <p:nvSpPr>
          <p:cNvPr id="6" name="标题 1"/>
          <p:cNvSpPr>
            <a:spLocks noGrp="1"/>
          </p:cNvSpPr>
          <p:nvPr>
            <p:ph type="title" idx="16385" hasCustomPrompt="1"/>
            <p:custDataLst>
              <p:tags r:id="rId8"/>
            </p:custDataLst>
          </p:nvPr>
        </p:nvSpPr>
        <p:spPr>
          <a:xfrm>
            <a:off x="1016000" y="3530600"/>
            <a:ext cx="6352117" cy="1524000"/>
          </a:xfrm>
        </p:spPr>
        <p:txBody>
          <a:bodyPr vert="horz" wrap="square" lIns="0" tIns="0" rIns="0" bIns="0" anchor="t" anchorCtr="0">
            <a:normAutofit/>
          </a:bodyPr>
          <a:lstStyle>
            <a:lvl1pPr marL="0" indent="0" algn="l">
              <a:lnSpc>
                <a:spcPct val="100000"/>
              </a:lnSpc>
              <a:spcBef>
                <a:spcPct val="0"/>
              </a:spcBef>
              <a:spcAft>
                <a:spcPct val="0"/>
              </a:spcAft>
              <a:buNone/>
              <a:defRPr sz="4800" b="1" spc="0"/>
            </a:lvl1pPr>
          </a:lstStyle>
          <a:p>
            <a:r>
              <a:rPr lang="zh-CN" altLang="en-US" dirty="0"/>
              <a:t>单击此处添加章节标题</a:t>
            </a:r>
            <a:endParaRPr lang="zh-CN" altLang="en-US" dirty="0"/>
          </a:p>
        </p:txBody>
      </p:sp>
      <p:sp>
        <p:nvSpPr>
          <p:cNvPr id="8" name="节编号 3"/>
          <p:cNvSpPr>
            <a:spLocks noGrp="1"/>
          </p:cNvSpPr>
          <p:nvPr>
            <p:ph type="body" sz="quarter" idx="16386" hasCustomPrompt="1"/>
            <p:custDataLst>
              <p:tags r:id="rId9"/>
            </p:custDataLst>
          </p:nvPr>
        </p:nvSpPr>
        <p:spPr>
          <a:xfrm>
            <a:off x="1016000" y="1905000"/>
            <a:ext cx="1527175" cy="1524000"/>
          </a:xfrm>
        </p:spPr>
        <p:txBody>
          <a:bodyPr vert="horz" wrap="none" lIns="0" tIns="0" rIns="0" bIns="0" anchor="ctr" anchorCtr="0">
            <a:normAutofit/>
          </a:bodyPr>
          <a:lstStyle>
            <a:lvl1pPr marL="0" indent="0" algn="l">
              <a:lnSpc>
                <a:spcPct val="109000"/>
              </a:lnSpc>
              <a:spcBef>
                <a:spcPct val="0"/>
              </a:spcBef>
              <a:spcAft>
                <a:spcPct val="0"/>
              </a:spcAft>
              <a:buNone/>
              <a:defRPr sz="7200" b="1" spc="0">
                <a:solidFill>
                  <a:schemeClr val="accent1"/>
                </a:solidFill>
              </a:defRPr>
            </a:lvl1pPr>
          </a:lstStyle>
          <a:p>
            <a:pPr lvl="0"/>
            <a:r>
              <a:rPr lang="zh-CN" altLang="en-US" dirty="0"/>
              <a:t>01</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8" Type="http://schemas.openxmlformats.org/officeDocument/2006/relationships/theme" Target="../theme/theme2.xml"/><Relationship Id="rId37" Type="http://schemas.openxmlformats.org/officeDocument/2006/relationships/tags" Target="../tags/tag306.xml"/><Relationship Id="rId36" Type="http://schemas.openxmlformats.org/officeDocument/2006/relationships/tags" Target="../tags/tag305.xml"/><Relationship Id="rId35" Type="http://schemas.openxmlformats.org/officeDocument/2006/relationships/tags" Target="../tags/tag304.xml"/><Relationship Id="rId34" Type="http://schemas.openxmlformats.org/officeDocument/2006/relationships/tags" Target="../tags/tag303.xml"/><Relationship Id="rId33" Type="http://schemas.openxmlformats.org/officeDocument/2006/relationships/tags" Target="../tags/tag302.xml"/><Relationship Id="rId32" Type="http://schemas.openxmlformats.org/officeDocument/2006/relationships/tags" Target="../tags/tag301.xml"/><Relationship Id="rId31" Type="http://schemas.openxmlformats.org/officeDocument/2006/relationships/tags" Target="../tags/tag300.xml"/><Relationship Id="rId30" Type="http://schemas.openxmlformats.org/officeDocument/2006/relationships/tags" Target="../tags/tag299.xml"/><Relationship Id="rId3" Type="http://schemas.openxmlformats.org/officeDocument/2006/relationships/slideLayout" Target="../slideLayouts/slideLayout13.xml"/><Relationship Id="rId29" Type="http://schemas.openxmlformats.org/officeDocument/2006/relationships/tags" Target="../tags/tag298.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0" Type="http://schemas.openxmlformats.org/officeDocument/2006/relationships/slideLayout" Target="../slideLayouts/slideLayout30.xml"/><Relationship Id="rId2" Type="http://schemas.openxmlformats.org/officeDocument/2006/relationships/slideLayout" Target="../slideLayouts/slideLayout12.xml"/><Relationship Id="rId19" Type="http://schemas.openxmlformats.org/officeDocument/2006/relationships/slideLayout" Target="../slideLayouts/slideLayout29.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322.xml"/><Relationship Id="rId8" Type="http://schemas.openxmlformats.org/officeDocument/2006/relationships/tags" Target="../tags/tag321.xml"/><Relationship Id="rId7" Type="http://schemas.openxmlformats.org/officeDocument/2006/relationships/tags" Target="../tags/tag320.xml"/><Relationship Id="rId6" Type="http://schemas.openxmlformats.org/officeDocument/2006/relationships/tags" Target="../tags/tag319.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1" Type="http://schemas.openxmlformats.org/officeDocument/2006/relationships/theme" Target="../theme/theme3.xml"/><Relationship Id="rId10" Type="http://schemas.openxmlformats.org/officeDocument/2006/relationships/tags" Target="../tags/tag323.xml"/><Relationship Id="rId1"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任意多边形 9"/>
          <p:cNvSpPr/>
          <p:nvPr userDrawn="1">
            <p:custDataLst>
              <p:tags r:id="rId29"/>
            </p:custDataLst>
          </p:nvPr>
        </p:nvSpPr>
        <p:spPr>
          <a:xfrm>
            <a:off x="8651875" y="0"/>
            <a:ext cx="3540125" cy="781685"/>
          </a:xfrm>
          <a:custGeom>
            <a:avLst/>
            <a:gdLst/>
            <a:ahLst/>
            <a:cxnLst>
              <a:cxn ang="3">
                <a:pos x="hc" y="t"/>
              </a:cxn>
              <a:cxn ang="cd2">
                <a:pos x="l" y="vc"/>
              </a:cxn>
              <a:cxn ang="cd4">
                <a:pos x="hc" y="b"/>
              </a:cxn>
              <a:cxn ang="0">
                <a:pos x="r" y="vc"/>
              </a:cxn>
            </a:cxnLst>
            <a:rect l="l" t="t" r="r" b="b"/>
            <a:pathLst>
              <a:path w="6154" h="1410">
                <a:moveTo>
                  <a:pt x="43" y="0"/>
                </a:moveTo>
                <a:lnTo>
                  <a:pt x="6154" y="0"/>
                </a:lnTo>
                <a:lnTo>
                  <a:pt x="6154" y="1410"/>
                </a:lnTo>
                <a:lnTo>
                  <a:pt x="6112" y="1389"/>
                </a:lnTo>
                <a:cubicBezTo>
                  <a:pt x="5793" y="1239"/>
                  <a:pt x="5460" y="1098"/>
                  <a:pt x="5117" y="966"/>
                </a:cubicBezTo>
                <a:cubicBezTo>
                  <a:pt x="3253" y="250"/>
                  <a:pt x="1434" y="-27"/>
                  <a:pt x="31" y="108"/>
                </a:cubicBezTo>
                <a:lnTo>
                  <a:pt x="0" y="111"/>
                </a:lnTo>
                <a:lnTo>
                  <a:pt x="43" y="0"/>
                </a:lnTo>
                <a:close/>
              </a:path>
            </a:pathLst>
          </a:custGeom>
          <a:gradFill>
            <a:gsLst>
              <a:gs pos="17000">
                <a:schemeClr val="accent1">
                  <a:alpha val="0"/>
                </a:schemeClr>
              </a:gs>
              <a:gs pos="83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9" name="任意多边形 8"/>
          <p:cNvSpPr/>
          <p:nvPr userDrawn="1">
            <p:custDataLst>
              <p:tags r:id="rId30"/>
            </p:custDataLst>
          </p:nvPr>
        </p:nvSpPr>
        <p:spPr>
          <a:xfrm>
            <a:off x="0" y="6175375"/>
            <a:ext cx="6993890" cy="682625"/>
          </a:xfrm>
          <a:custGeom>
            <a:avLst/>
            <a:gdLst/>
            <a:ahLst/>
            <a:cxnLst>
              <a:cxn ang="3">
                <a:pos x="hc" y="t"/>
              </a:cxn>
              <a:cxn ang="cd2">
                <a:pos x="l" y="vc"/>
              </a:cxn>
              <a:cxn ang="cd4">
                <a:pos x="hc" y="b"/>
              </a:cxn>
              <a:cxn ang="0">
                <a:pos x="r" y="vc"/>
              </a:cxn>
            </a:cxnLst>
            <a:rect l="l" t="t" r="r" b="b"/>
            <a:pathLst>
              <a:path w="12595" h="2015">
                <a:moveTo>
                  <a:pt x="0" y="0"/>
                </a:moveTo>
                <a:lnTo>
                  <a:pt x="92" y="36"/>
                </a:lnTo>
                <a:cubicBezTo>
                  <a:pt x="1627" y="622"/>
                  <a:pt x="3520" y="1124"/>
                  <a:pt x="5594" y="1452"/>
                </a:cubicBezTo>
                <a:cubicBezTo>
                  <a:pt x="8211" y="1866"/>
                  <a:pt x="10638" y="1931"/>
                  <a:pt x="12484" y="1702"/>
                </a:cubicBezTo>
                <a:lnTo>
                  <a:pt x="12595" y="1687"/>
                </a:lnTo>
                <a:lnTo>
                  <a:pt x="12543" y="2015"/>
                </a:lnTo>
                <a:lnTo>
                  <a:pt x="2513" y="2015"/>
                </a:lnTo>
                <a:lnTo>
                  <a:pt x="2512" y="2015"/>
                </a:lnTo>
                <a:lnTo>
                  <a:pt x="0" y="2015"/>
                </a:lnTo>
                <a:lnTo>
                  <a:pt x="0" y="883"/>
                </a:lnTo>
                <a:lnTo>
                  <a:pt x="0" y="883"/>
                </a:lnTo>
                <a:lnTo>
                  <a:pt x="0" y="646"/>
                </a:lnTo>
                <a:lnTo>
                  <a:pt x="0" y="462"/>
                </a:lnTo>
                <a:lnTo>
                  <a:pt x="0" y="462"/>
                </a:lnTo>
                <a:lnTo>
                  <a:pt x="0" y="0"/>
                </a:lnTo>
                <a:close/>
              </a:path>
            </a:pathLst>
          </a:custGeom>
          <a:gradFill>
            <a:gsLst>
              <a:gs pos="33000">
                <a:schemeClr val="accent1">
                  <a:alpha val="0"/>
                </a:schemeClr>
              </a:gs>
              <a:gs pos="82000">
                <a:schemeClr val="accent1">
                  <a:lumMod val="75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 name="标题占位符 1"/>
          <p:cNvSpPr>
            <a:spLocks noGrp="1"/>
          </p:cNvSpPr>
          <p:nvPr>
            <p:ph type="title"/>
            <p:custDataLst>
              <p:tags r:id="rId31"/>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2"/>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33"/>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34"/>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35"/>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3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37"/>
    </p:custData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Lst>
  <p:txStyles>
    <p:titleStyle>
      <a:lvl1pPr algn="l" defTabSz="914400" rtl="0" eaLnBrk="1" latinLnBrk="0" hangingPunct="1">
        <a:lnSpc>
          <a:spcPct val="10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任意多边形 9"/>
          <p:cNvSpPr/>
          <p:nvPr userDrawn="1">
            <p:custDataLst>
              <p:tags r:id="rId2"/>
            </p:custDataLst>
          </p:nvPr>
        </p:nvSpPr>
        <p:spPr>
          <a:xfrm>
            <a:off x="8651875" y="0"/>
            <a:ext cx="3540125" cy="781685"/>
          </a:xfrm>
          <a:custGeom>
            <a:avLst/>
            <a:gdLst/>
            <a:ahLst/>
            <a:cxnLst>
              <a:cxn ang="3">
                <a:pos x="hc" y="t"/>
              </a:cxn>
              <a:cxn ang="cd2">
                <a:pos x="l" y="vc"/>
              </a:cxn>
              <a:cxn ang="cd4">
                <a:pos x="hc" y="b"/>
              </a:cxn>
              <a:cxn ang="0">
                <a:pos x="r" y="vc"/>
              </a:cxn>
            </a:cxnLst>
            <a:rect l="l" t="t" r="r" b="b"/>
            <a:pathLst>
              <a:path w="6154" h="1410">
                <a:moveTo>
                  <a:pt x="43" y="0"/>
                </a:moveTo>
                <a:lnTo>
                  <a:pt x="6154" y="0"/>
                </a:lnTo>
                <a:lnTo>
                  <a:pt x="6154" y="1410"/>
                </a:lnTo>
                <a:lnTo>
                  <a:pt x="6112" y="1389"/>
                </a:lnTo>
                <a:cubicBezTo>
                  <a:pt x="5793" y="1239"/>
                  <a:pt x="5460" y="1098"/>
                  <a:pt x="5117" y="966"/>
                </a:cubicBezTo>
                <a:cubicBezTo>
                  <a:pt x="3253" y="250"/>
                  <a:pt x="1434" y="-27"/>
                  <a:pt x="31" y="108"/>
                </a:cubicBezTo>
                <a:lnTo>
                  <a:pt x="0" y="111"/>
                </a:lnTo>
                <a:lnTo>
                  <a:pt x="43" y="0"/>
                </a:lnTo>
                <a:close/>
              </a:path>
            </a:pathLst>
          </a:custGeom>
          <a:gradFill>
            <a:gsLst>
              <a:gs pos="17000">
                <a:schemeClr val="accent1">
                  <a:alpha val="0"/>
                </a:schemeClr>
              </a:gs>
              <a:gs pos="83000">
                <a:schemeClr val="accent1">
                  <a:lumMod val="75000"/>
                </a:schemeClr>
              </a:gs>
            </a:gsLst>
            <a:lin ang="189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9" name="任意多边形 8"/>
          <p:cNvSpPr/>
          <p:nvPr userDrawn="1">
            <p:custDataLst>
              <p:tags r:id="rId3"/>
            </p:custDataLst>
          </p:nvPr>
        </p:nvSpPr>
        <p:spPr>
          <a:xfrm>
            <a:off x="0" y="6175375"/>
            <a:ext cx="6993890" cy="682625"/>
          </a:xfrm>
          <a:custGeom>
            <a:avLst/>
            <a:gdLst/>
            <a:ahLst/>
            <a:cxnLst>
              <a:cxn ang="3">
                <a:pos x="hc" y="t"/>
              </a:cxn>
              <a:cxn ang="cd2">
                <a:pos x="l" y="vc"/>
              </a:cxn>
              <a:cxn ang="cd4">
                <a:pos x="hc" y="b"/>
              </a:cxn>
              <a:cxn ang="0">
                <a:pos x="r" y="vc"/>
              </a:cxn>
            </a:cxnLst>
            <a:rect l="l" t="t" r="r" b="b"/>
            <a:pathLst>
              <a:path w="12595" h="2015">
                <a:moveTo>
                  <a:pt x="0" y="0"/>
                </a:moveTo>
                <a:lnTo>
                  <a:pt x="92" y="36"/>
                </a:lnTo>
                <a:cubicBezTo>
                  <a:pt x="1627" y="622"/>
                  <a:pt x="3520" y="1124"/>
                  <a:pt x="5594" y="1452"/>
                </a:cubicBezTo>
                <a:cubicBezTo>
                  <a:pt x="8211" y="1866"/>
                  <a:pt x="10638" y="1931"/>
                  <a:pt x="12484" y="1702"/>
                </a:cubicBezTo>
                <a:lnTo>
                  <a:pt x="12595" y="1687"/>
                </a:lnTo>
                <a:lnTo>
                  <a:pt x="12543" y="2015"/>
                </a:lnTo>
                <a:lnTo>
                  <a:pt x="2513" y="2015"/>
                </a:lnTo>
                <a:lnTo>
                  <a:pt x="2512" y="2015"/>
                </a:lnTo>
                <a:lnTo>
                  <a:pt x="0" y="2015"/>
                </a:lnTo>
                <a:lnTo>
                  <a:pt x="0" y="883"/>
                </a:lnTo>
                <a:lnTo>
                  <a:pt x="0" y="883"/>
                </a:lnTo>
                <a:lnTo>
                  <a:pt x="0" y="646"/>
                </a:lnTo>
                <a:lnTo>
                  <a:pt x="0" y="462"/>
                </a:lnTo>
                <a:lnTo>
                  <a:pt x="0" y="462"/>
                </a:lnTo>
                <a:lnTo>
                  <a:pt x="0" y="0"/>
                </a:lnTo>
                <a:close/>
              </a:path>
            </a:pathLst>
          </a:custGeom>
          <a:gradFill>
            <a:gsLst>
              <a:gs pos="33000">
                <a:schemeClr val="accent1">
                  <a:alpha val="0"/>
                </a:schemeClr>
              </a:gs>
              <a:gs pos="82000">
                <a:schemeClr val="accent1">
                  <a:lumMod val="7500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Click to edit Master title style</a:t>
            </a:r>
            <a:endParaRPr lang="zh-CN" alt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Click to edit Master text styles</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0"/>
    </p:custDataLst>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10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8.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332.xml"/><Relationship Id="rId8" Type="http://schemas.openxmlformats.org/officeDocument/2006/relationships/tags" Target="../tags/tag331.xml"/><Relationship Id="rId7" Type="http://schemas.openxmlformats.org/officeDocument/2006/relationships/tags" Target="../tags/tag330.xml"/><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1" Type="http://schemas.openxmlformats.org/officeDocument/2006/relationships/slideLayout" Target="../slideLayouts/slideLayout25.xml"/><Relationship Id="rId20" Type="http://schemas.openxmlformats.org/officeDocument/2006/relationships/tags" Target="../tags/tag343.xml"/><Relationship Id="rId2" Type="http://schemas.openxmlformats.org/officeDocument/2006/relationships/tags" Target="../tags/tag325.xml"/><Relationship Id="rId19" Type="http://schemas.openxmlformats.org/officeDocument/2006/relationships/tags" Target="../tags/tag342.xml"/><Relationship Id="rId18" Type="http://schemas.openxmlformats.org/officeDocument/2006/relationships/tags" Target="../tags/tag341.xml"/><Relationship Id="rId17" Type="http://schemas.openxmlformats.org/officeDocument/2006/relationships/tags" Target="../tags/tag340.xml"/><Relationship Id="rId16" Type="http://schemas.openxmlformats.org/officeDocument/2006/relationships/tags" Target="../tags/tag339.xml"/><Relationship Id="rId15" Type="http://schemas.openxmlformats.org/officeDocument/2006/relationships/tags" Target="../tags/tag338.xml"/><Relationship Id="rId14" Type="http://schemas.openxmlformats.org/officeDocument/2006/relationships/tags" Target="../tags/tag337.xml"/><Relationship Id="rId13" Type="http://schemas.openxmlformats.org/officeDocument/2006/relationships/tags" Target="../tags/tag336.xml"/><Relationship Id="rId12" Type="http://schemas.openxmlformats.org/officeDocument/2006/relationships/tags" Target="../tags/tag335.xml"/><Relationship Id="rId11" Type="http://schemas.openxmlformats.org/officeDocument/2006/relationships/tags" Target="../tags/tag334.xml"/><Relationship Id="rId10" Type="http://schemas.openxmlformats.org/officeDocument/2006/relationships/tags" Target="../tags/tag333.xml"/><Relationship Id="rId1" Type="http://schemas.openxmlformats.org/officeDocument/2006/relationships/tags" Target="../tags/tag324.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9.xml"/><Relationship Id="rId3" Type="http://schemas.openxmlformats.org/officeDocument/2006/relationships/tags" Target="../tags/tag346.xml"/><Relationship Id="rId2" Type="http://schemas.openxmlformats.org/officeDocument/2006/relationships/tags" Target="../tags/tag345.xml"/><Relationship Id="rId1" Type="http://schemas.openxmlformats.org/officeDocument/2006/relationships/tags" Target="../tags/tag344.xml"/></Relationships>
</file>

<file path=ppt/slides/_rels/slide4.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tags" Target="../tags/tag352.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3" Type="http://schemas.openxmlformats.org/officeDocument/2006/relationships/slideLayout" Target="../slideLayouts/slideLayout24.xml"/><Relationship Id="rId12" Type="http://schemas.openxmlformats.org/officeDocument/2006/relationships/tags" Target="../tags/tag357.xml"/><Relationship Id="rId11" Type="http://schemas.openxmlformats.org/officeDocument/2006/relationships/image" Target="../media/image3.jpeg"/><Relationship Id="rId10" Type="http://schemas.openxmlformats.org/officeDocument/2006/relationships/tags" Target="../tags/tag356.xml"/><Relationship Id="rId1" Type="http://schemas.openxmlformats.org/officeDocument/2006/relationships/tags" Target="../tags/tag347.xml"/></Relationships>
</file>

<file path=ppt/slides/_rels/slide5.xml.rels><?xml version="1.0" encoding="UTF-8" standalone="yes"?>
<Relationships xmlns="http://schemas.openxmlformats.org/package/2006/relationships"><Relationship Id="rId9" Type="http://schemas.openxmlformats.org/officeDocument/2006/relationships/tags" Target="../tags/tag366.xml"/><Relationship Id="rId8" Type="http://schemas.openxmlformats.org/officeDocument/2006/relationships/tags" Target="../tags/tag365.xml"/><Relationship Id="rId7" Type="http://schemas.openxmlformats.org/officeDocument/2006/relationships/tags" Target="../tags/tag364.xml"/><Relationship Id="rId6" Type="http://schemas.openxmlformats.org/officeDocument/2006/relationships/tags" Target="../tags/tag363.xml"/><Relationship Id="rId5" Type="http://schemas.openxmlformats.org/officeDocument/2006/relationships/tags" Target="../tags/tag362.xml"/><Relationship Id="rId4" Type="http://schemas.openxmlformats.org/officeDocument/2006/relationships/tags" Target="../tags/tag361.xml"/><Relationship Id="rId3" Type="http://schemas.openxmlformats.org/officeDocument/2006/relationships/tags" Target="../tags/tag360.xml"/><Relationship Id="rId2" Type="http://schemas.openxmlformats.org/officeDocument/2006/relationships/tags" Target="../tags/tag359.xml"/><Relationship Id="rId18" Type="http://schemas.openxmlformats.org/officeDocument/2006/relationships/slideLayout" Target="../slideLayouts/slideLayout23.xml"/><Relationship Id="rId17" Type="http://schemas.openxmlformats.org/officeDocument/2006/relationships/tags" Target="../tags/tag374.xml"/><Relationship Id="rId16" Type="http://schemas.openxmlformats.org/officeDocument/2006/relationships/tags" Target="../tags/tag373.xml"/><Relationship Id="rId15" Type="http://schemas.openxmlformats.org/officeDocument/2006/relationships/tags" Target="../tags/tag372.xml"/><Relationship Id="rId14" Type="http://schemas.openxmlformats.org/officeDocument/2006/relationships/tags" Target="../tags/tag371.xml"/><Relationship Id="rId13" Type="http://schemas.openxmlformats.org/officeDocument/2006/relationships/tags" Target="../tags/tag370.xml"/><Relationship Id="rId12" Type="http://schemas.openxmlformats.org/officeDocument/2006/relationships/tags" Target="../tags/tag369.xml"/><Relationship Id="rId11" Type="http://schemas.openxmlformats.org/officeDocument/2006/relationships/tags" Target="../tags/tag368.xml"/><Relationship Id="rId10" Type="http://schemas.openxmlformats.org/officeDocument/2006/relationships/tags" Target="../tags/tag367.xml"/><Relationship Id="rId1" Type="http://schemas.openxmlformats.org/officeDocument/2006/relationships/tags" Target="../tags/tag358.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7.xml.rels><?xml version="1.0" encoding="UTF-8" standalone="yes"?>
<Relationships xmlns="http://schemas.openxmlformats.org/package/2006/relationships"><Relationship Id="rId9" Type="http://schemas.openxmlformats.org/officeDocument/2006/relationships/image" Target="../media/image5.jpeg"/><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image" Target="../media/image4.jpeg"/><Relationship Id="rId3" Type="http://schemas.openxmlformats.org/officeDocument/2006/relationships/tags" Target="../tags/tag380.xml"/><Relationship Id="rId2" Type="http://schemas.openxmlformats.org/officeDocument/2006/relationships/tags" Target="../tags/tag379.xml"/><Relationship Id="rId18" Type="http://schemas.openxmlformats.org/officeDocument/2006/relationships/slideLayout" Target="../slideLayouts/slideLayout22.xml"/><Relationship Id="rId17" Type="http://schemas.openxmlformats.org/officeDocument/2006/relationships/tags" Target="../tags/tag391.xml"/><Relationship Id="rId16" Type="http://schemas.openxmlformats.org/officeDocument/2006/relationships/tags" Target="../tags/tag390.xml"/><Relationship Id="rId15" Type="http://schemas.openxmlformats.org/officeDocument/2006/relationships/tags" Target="../tags/tag389.xml"/><Relationship Id="rId14" Type="http://schemas.openxmlformats.org/officeDocument/2006/relationships/image" Target="../media/image6.jpeg"/><Relationship Id="rId13" Type="http://schemas.openxmlformats.org/officeDocument/2006/relationships/tags" Target="../tags/tag388.xml"/><Relationship Id="rId12" Type="http://schemas.openxmlformats.org/officeDocument/2006/relationships/tags" Target="../tags/tag387.xml"/><Relationship Id="rId11" Type="http://schemas.openxmlformats.org/officeDocument/2006/relationships/tags" Target="../tags/tag386.xml"/><Relationship Id="rId10" Type="http://schemas.openxmlformats.org/officeDocument/2006/relationships/tags" Target="../tags/tag385.xml"/><Relationship Id="rId1" Type="http://schemas.openxmlformats.org/officeDocument/2006/relationships/tags" Target="../tags/tag378.xml"/></Relationships>
</file>

<file path=ppt/slides/_rels/slide8.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tags" Target="../tags/tag398.xml"/><Relationship Id="rId7" Type="http://schemas.openxmlformats.org/officeDocument/2006/relationships/tags" Target="../tags/tag397.xml"/><Relationship Id="rId6" Type="http://schemas.openxmlformats.org/officeDocument/2006/relationships/tags" Target="../tags/tag396.xml"/><Relationship Id="rId5" Type="http://schemas.openxmlformats.org/officeDocument/2006/relationships/tags" Target="../tags/tag395.xml"/><Relationship Id="rId4" Type="http://schemas.openxmlformats.org/officeDocument/2006/relationships/image" Target="../media/image7.jpeg"/><Relationship Id="rId3" Type="http://schemas.openxmlformats.org/officeDocument/2006/relationships/tags" Target="../tags/tag394.xml"/><Relationship Id="rId2" Type="http://schemas.openxmlformats.org/officeDocument/2006/relationships/tags" Target="../tags/tag393.xml"/><Relationship Id="rId13" Type="http://schemas.openxmlformats.org/officeDocument/2006/relationships/slideLayout" Target="../slideLayouts/slideLayout21.xml"/><Relationship Id="rId12" Type="http://schemas.openxmlformats.org/officeDocument/2006/relationships/tags" Target="../tags/tag401.xml"/><Relationship Id="rId11" Type="http://schemas.openxmlformats.org/officeDocument/2006/relationships/tags" Target="../tags/tag400.xml"/><Relationship Id="rId10" Type="http://schemas.openxmlformats.org/officeDocument/2006/relationships/tags" Target="../tags/tag399.xml"/><Relationship Id="rId1" Type="http://schemas.openxmlformats.org/officeDocument/2006/relationships/tags" Target="../tags/tag392.xml"/></Relationships>
</file>

<file path=ppt/slides/_rels/slide9.xml.rels><?xml version="1.0" encoding="UTF-8" standalone="yes"?>
<Relationships xmlns="http://schemas.openxmlformats.org/package/2006/relationships"><Relationship Id="rId9" Type="http://schemas.openxmlformats.org/officeDocument/2006/relationships/tags" Target="../tags/tag410.xml"/><Relationship Id="rId8" Type="http://schemas.openxmlformats.org/officeDocument/2006/relationships/tags" Target="../tags/tag409.xml"/><Relationship Id="rId7" Type="http://schemas.openxmlformats.org/officeDocument/2006/relationships/tags" Target="../tags/tag408.xml"/><Relationship Id="rId6" Type="http://schemas.openxmlformats.org/officeDocument/2006/relationships/tags" Target="../tags/tag407.xml"/><Relationship Id="rId5" Type="http://schemas.openxmlformats.org/officeDocument/2006/relationships/tags" Target="../tags/tag406.xml"/><Relationship Id="rId4" Type="http://schemas.openxmlformats.org/officeDocument/2006/relationships/tags" Target="../tags/tag405.xml"/><Relationship Id="rId3" Type="http://schemas.openxmlformats.org/officeDocument/2006/relationships/tags" Target="../tags/tag404.xml"/><Relationship Id="rId2" Type="http://schemas.openxmlformats.org/officeDocument/2006/relationships/tags" Target="../tags/tag403.xml"/><Relationship Id="rId15" Type="http://schemas.openxmlformats.org/officeDocument/2006/relationships/slideLayout" Target="../slideLayouts/slideLayout20.xml"/><Relationship Id="rId14" Type="http://schemas.openxmlformats.org/officeDocument/2006/relationships/tags" Target="../tags/tag415.xml"/><Relationship Id="rId13" Type="http://schemas.openxmlformats.org/officeDocument/2006/relationships/tags" Target="../tags/tag414.xml"/><Relationship Id="rId12" Type="http://schemas.openxmlformats.org/officeDocument/2006/relationships/tags" Target="../tags/tag413.xml"/><Relationship Id="rId11" Type="http://schemas.openxmlformats.org/officeDocument/2006/relationships/tags" Target="../tags/tag412.xml"/><Relationship Id="rId10" Type="http://schemas.openxmlformats.org/officeDocument/2006/relationships/tags" Target="../tags/tag411.xml"/><Relationship Id="rId1" Type="http://schemas.openxmlformats.org/officeDocument/2006/relationships/tags" Target="../tags/tag402.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10.jpeg"/><Relationship Id="rId3" Type="http://schemas.openxmlformats.org/officeDocument/2006/relationships/tags" Target="../tags/tag417.xml"/><Relationship Id="rId2" Type="http://schemas.openxmlformats.org/officeDocument/2006/relationships/image" Target="../media/image9.jpeg"/><Relationship Id="rId1" Type="http://schemas.openxmlformats.org/officeDocument/2006/relationships/tags" Target="../tags/tag416.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12.jpeg"/><Relationship Id="rId3" Type="http://schemas.openxmlformats.org/officeDocument/2006/relationships/tags" Target="../tags/tag419.xml"/><Relationship Id="rId2" Type="http://schemas.openxmlformats.org/officeDocument/2006/relationships/image" Target="../media/image11.jpeg"/><Relationship Id="rId1" Type="http://schemas.openxmlformats.org/officeDocument/2006/relationships/tags" Target="../tags/tag41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422.xml"/><Relationship Id="rId2" Type="http://schemas.openxmlformats.org/officeDocument/2006/relationships/tags" Target="../tags/tag421.xml"/><Relationship Id="rId1" Type="http://schemas.openxmlformats.org/officeDocument/2006/relationships/tags" Target="../tags/tag420.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 Type="http://schemas.openxmlformats.org/officeDocument/2006/relationships/tags" Target="../tags/tag423.xml"/></Relationships>
</file>

<file path=ppt/slides/_rels/slide14.xml.rels><?xml version="1.0" encoding="UTF-8" standalone="yes"?>
<Relationships xmlns="http://schemas.openxmlformats.org/package/2006/relationships"><Relationship Id="rId9" Type="http://schemas.openxmlformats.org/officeDocument/2006/relationships/tags" Target="../tags/tag434.xml"/><Relationship Id="rId8" Type="http://schemas.openxmlformats.org/officeDocument/2006/relationships/tags" Target="../tags/tag433.xml"/><Relationship Id="rId7" Type="http://schemas.openxmlformats.org/officeDocument/2006/relationships/tags" Target="../tags/tag432.xml"/><Relationship Id="rId6" Type="http://schemas.openxmlformats.org/officeDocument/2006/relationships/tags" Target="../tags/tag431.xml"/><Relationship Id="rId5" Type="http://schemas.openxmlformats.org/officeDocument/2006/relationships/tags" Target="../tags/tag430.xml"/><Relationship Id="rId4" Type="http://schemas.openxmlformats.org/officeDocument/2006/relationships/tags" Target="../tags/tag429.xml"/><Relationship Id="rId3" Type="http://schemas.openxmlformats.org/officeDocument/2006/relationships/image" Target="../media/image13.jpeg"/><Relationship Id="rId2" Type="http://schemas.openxmlformats.org/officeDocument/2006/relationships/tags" Target="../tags/tag428.xml"/><Relationship Id="rId14" Type="http://schemas.openxmlformats.org/officeDocument/2006/relationships/slideLayout" Target="../slideLayouts/slideLayout18.xml"/><Relationship Id="rId13" Type="http://schemas.openxmlformats.org/officeDocument/2006/relationships/tags" Target="../tags/tag438.xml"/><Relationship Id="rId12" Type="http://schemas.openxmlformats.org/officeDocument/2006/relationships/tags" Target="../tags/tag437.xml"/><Relationship Id="rId11" Type="http://schemas.openxmlformats.org/officeDocument/2006/relationships/tags" Target="../tags/tag436.xml"/><Relationship Id="rId10" Type="http://schemas.openxmlformats.org/officeDocument/2006/relationships/tags" Target="../tags/tag435.xml"/><Relationship Id="rId1" Type="http://schemas.openxmlformats.org/officeDocument/2006/relationships/tags" Target="../tags/tag427.xml"/></Relationships>
</file>

<file path=ppt/slides/_rels/slide15.xml.rels><?xml version="1.0" encoding="UTF-8" standalone="yes"?>
<Relationships xmlns="http://schemas.openxmlformats.org/package/2006/relationships"><Relationship Id="rId9" Type="http://schemas.openxmlformats.org/officeDocument/2006/relationships/tags" Target="../tags/tag446.xml"/><Relationship Id="rId8" Type="http://schemas.openxmlformats.org/officeDocument/2006/relationships/tags" Target="../tags/tag445.xml"/><Relationship Id="rId7" Type="http://schemas.openxmlformats.org/officeDocument/2006/relationships/tags" Target="../tags/tag444.xml"/><Relationship Id="rId6" Type="http://schemas.openxmlformats.org/officeDocument/2006/relationships/tags" Target="../tags/tag443.xml"/><Relationship Id="rId5" Type="http://schemas.openxmlformats.org/officeDocument/2006/relationships/tags" Target="../tags/tag442.xml"/><Relationship Id="rId4" Type="http://schemas.openxmlformats.org/officeDocument/2006/relationships/tags" Target="../tags/tag441.xml"/><Relationship Id="rId3" Type="http://schemas.openxmlformats.org/officeDocument/2006/relationships/image" Target="../media/image14.jpeg"/><Relationship Id="rId2" Type="http://schemas.openxmlformats.org/officeDocument/2006/relationships/tags" Target="../tags/tag440.xml"/><Relationship Id="rId11" Type="http://schemas.openxmlformats.org/officeDocument/2006/relationships/slideLayout" Target="../slideLayouts/slideLayout17.xml"/><Relationship Id="rId10" Type="http://schemas.openxmlformats.org/officeDocument/2006/relationships/tags" Target="../tags/tag447.xml"/><Relationship Id="rId1" Type="http://schemas.openxmlformats.org/officeDocument/2006/relationships/tags" Target="../tags/tag43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450.xml"/><Relationship Id="rId2" Type="http://schemas.openxmlformats.org/officeDocument/2006/relationships/tags" Target="../tags/tag449.xml"/><Relationship Id="rId1" Type="http://schemas.openxmlformats.org/officeDocument/2006/relationships/tags" Target="../tags/tag448.xml"/></Relationships>
</file>

<file path=ppt/slides/_rels/slide17.xml.rels><?xml version="1.0" encoding="UTF-8" standalone="yes"?>
<Relationships xmlns="http://schemas.openxmlformats.org/package/2006/relationships"><Relationship Id="rId9" Type="http://schemas.openxmlformats.org/officeDocument/2006/relationships/tags" Target="../tags/tag459.xml"/><Relationship Id="rId8" Type="http://schemas.openxmlformats.org/officeDocument/2006/relationships/tags" Target="../tags/tag458.xml"/><Relationship Id="rId7" Type="http://schemas.openxmlformats.org/officeDocument/2006/relationships/tags" Target="../tags/tag457.xml"/><Relationship Id="rId6" Type="http://schemas.openxmlformats.org/officeDocument/2006/relationships/tags" Target="../tags/tag456.xml"/><Relationship Id="rId5" Type="http://schemas.openxmlformats.org/officeDocument/2006/relationships/tags" Target="../tags/tag455.xml"/><Relationship Id="rId4" Type="http://schemas.openxmlformats.org/officeDocument/2006/relationships/tags" Target="../tags/tag454.xml"/><Relationship Id="rId3" Type="http://schemas.openxmlformats.org/officeDocument/2006/relationships/tags" Target="../tags/tag453.xml"/><Relationship Id="rId2" Type="http://schemas.openxmlformats.org/officeDocument/2006/relationships/tags" Target="../tags/tag452.xml"/><Relationship Id="rId15" Type="http://schemas.openxmlformats.org/officeDocument/2006/relationships/slideLayout" Target="../slideLayouts/slideLayout14.xml"/><Relationship Id="rId14" Type="http://schemas.openxmlformats.org/officeDocument/2006/relationships/tags" Target="../tags/tag464.xml"/><Relationship Id="rId13" Type="http://schemas.openxmlformats.org/officeDocument/2006/relationships/tags" Target="../tags/tag463.xml"/><Relationship Id="rId12" Type="http://schemas.openxmlformats.org/officeDocument/2006/relationships/tags" Target="../tags/tag462.xml"/><Relationship Id="rId11" Type="http://schemas.openxmlformats.org/officeDocument/2006/relationships/tags" Target="../tags/tag461.xml"/><Relationship Id="rId10" Type="http://schemas.openxmlformats.org/officeDocument/2006/relationships/tags" Target="../tags/tag460.xml"/><Relationship Id="rId1" Type="http://schemas.openxmlformats.org/officeDocument/2006/relationships/tags" Target="../tags/tag451.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471.xml"/><Relationship Id="rId7" Type="http://schemas.openxmlformats.org/officeDocument/2006/relationships/tags" Target="../tags/tag470.xml"/><Relationship Id="rId6" Type="http://schemas.openxmlformats.org/officeDocument/2006/relationships/tags" Target="../tags/tag469.xml"/><Relationship Id="rId5" Type="http://schemas.openxmlformats.org/officeDocument/2006/relationships/tags" Target="../tags/tag468.xml"/><Relationship Id="rId4" Type="http://schemas.openxmlformats.org/officeDocument/2006/relationships/tags" Target="../tags/tag467.xml"/><Relationship Id="rId3" Type="http://schemas.openxmlformats.org/officeDocument/2006/relationships/image" Target="../media/image15.jpeg"/><Relationship Id="rId2" Type="http://schemas.openxmlformats.org/officeDocument/2006/relationships/tags" Target="../tags/tag466.xml"/><Relationship Id="rId10" Type="http://schemas.openxmlformats.org/officeDocument/2006/relationships/notesSlide" Target="../notesSlides/notesSlide2.xml"/><Relationship Id="rId1" Type="http://schemas.openxmlformats.org/officeDocument/2006/relationships/tags" Target="../tags/tag465.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478.xml"/><Relationship Id="rId7" Type="http://schemas.openxmlformats.org/officeDocument/2006/relationships/tags" Target="../tags/tag477.xml"/><Relationship Id="rId6" Type="http://schemas.openxmlformats.org/officeDocument/2006/relationships/tags" Target="../tags/tag476.xml"/><Relationship Id="rId5" Type="http://schemas.openxmlformats.org/officeDocument/2006/relationships/tags" Target="../tags/tag475.xml"/><Relationship Id="rId4" Type="http://schemas.openxmlformats.org/officeDocument/2006/relationships/tags" Target="../tags/tag474.xml"/><Relationship Id="rId3" Type="http://schemas.openxmlformats.org/officeDocument/2006/relationships/image" Target="../media/image16.jpeg"/><Relationship Id="rId2" Type="http://schemas.openxmlformats.org/officeDocument/2006/relationships/tags" Target="../tags/tag473.xml"/><Relationship Id="rId1" Type="http://schemas.openxmlformats.org/officeDocument/2006/relationships/tags" Target="../tags/tag47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481.xml"/><Relationship Id="rId2" Type="http://schemas.openxmlformats.org/officeDocument/2006/relationships/tags" Target="../tags/tag480.xml"/><Relationship Id="rId1" Type="http://schemas.openxmlformats.org/officeDocument/2006/relationships/tags" Target="../tags/tag479.xml"/></Relationships>
</file>

<file path=ppt/slides/_rels/slide21.xml.rels><?xml version="1.0" encoding="UTF-8" standalone="yes"?>
<Relationships xmlns="http://schemas.openxmlformats.org/package/2006/relationships"><Relationship Id="rId9" Type="http://schemas.openxmlformats.org/officeDocument/2006/relationships/tags" Target="../tags/tag489.xml"/><Relationship Id="rId8" Type="http://schemas.openxmlformats.org/officeDocument/2006/relationships/tags" Target="../tags/tag488.xml"/><Relationship Id="rId7" Type="http://schemas.openxmlformats.org/officeDocument/2006/relationships/tags" Target="../tags/tag487.xml"/><Relationship Id="rId6" Type="http://schemas.openxmlformats.org/officeDocument/2006/relationships/tags" Target="../tags/tag486.xml"/><Relationship Id="rId5" Type="http://schemas.openxmlformats.org/officeDocument/2006/relationships/tags" Target="../tags/tag485.xml"/><Relationship Id="rId4" Type="http://schemas.openxmlformats.org/officeDocument/2006/relationships/tags" Target="../tags/tag484.xml"/><Relationship Id="rId3" Type="http://schemas.openxmlformats.org/officeDocument/2006/relationships/image" Target="../media/image17.jpeg"/><Relationship Id="rId2" Type="http://schemas.openxmlformats.org/officeDocument/2006/relationships/tags" Target="../tags/tag483.xml"/><Relationship Id="rId12" Type="http://schemas.openxmlformats.org/officeDocument/2006/relationships/slideLayout" Target="../slideLayouts/slideLayout16.xml"/><Relationship Id="rId11" Type="http://schemas.openxmlformats.org/officeDocument/2006/relationships/tags" Target="../tags/tag491.xml"/><Relationship Id="rId10" Type="http://schemas.openxmlformats.org/officeDocument/2006/relationships/tags" Target="../tags/tag490.xml"/><Relationship Id="rId1" Type="http://schemas.openxmlformats.org/officeDocument/2006/relationships/tags" Target="../tags/tag482.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tags" Target="../tags/tag499.xml"/><Relationship Id="rId7" Type="http://schemas.openxmlformats.org/officeDocument/2006/relationships/tags" Target="../tags/tag498.xml"/><Relationship Id="rId6" Type="http://schemas.openxmlformats.org/officeDocument/2006/relationships/tags" Target="../tags/tag497.xml"/><Relationship Id="rId5" Type="http://schemas.openxmlformats.org/officeDocument/2006/relationships/tags" Target="../tags/tag496.xml"/><Relationship Id="rId4" Type="http://schemas.openxmlformats.org/officeDocument/2006/relationships/tags" Target="../tags/tag495.xml"/><Relationship Id="rId3" Type="http://schemas.openxmlformats.org/officeDocument/2006/relationships/tags" Target="../tags/tag494.xml"/><Relationship Id="rId2" Type="http://schemas.openxmlformats.org/officeDocument/2006/relationships/tags" Target="../tags/tag493.xml"/><Relationship Id="rId1" Type="http://schemas.openxmlformats.org/officeDocument/2006/relationships/tags" Target="../tags/tag492.xml"/></Relationships>
</file>

<file path=ppt/slides/_rels/slide23.xml.rels><?xml version="1.0" encoding="UTF-8" standalone="yes"?>
<Relationships xmlns="http://schemas.openxmlformats.org/package/2006/relationships"><Relationship Id="rId9" Type="http://schemas.openxmlformats.org/officeDocument/2006/relationships/tags" Target="../tags/tag506.xml"/><Relationship Id="rId8" Type="http://schemas.openxmlformats.org/officeDocument/2006/relationships/tags" Target="../tags/tag505.xml"/><Relationship Id="rId7" Type="http://schemas.openxmlformats.org/officeDocument/2006/relationships/tags" Target="../tags/tag504.xml"/><Relationship Id="rId6" Type="http://schemas.openxmlformats.org/officeDocument/2006/relationships/tags" Target="../tags/tag503.xml"/><Relationship Id="rId5" Type="http://schemas.openxmlformats.org/officeDocument/2006/relationships/image" Target="../media/image19.svg"/><Relationship Id="rId4" Type="http://schemas.openxmlformats.org/officeDocument/2006/relationships/image" Target="../media/image18.png"/><Relationship Id="rId39" Type="http://schemas.openxmlformats.org/officeDocument/2006/relationships/slideLayout" Target="../slideLayouts/slideLayout11.xml"/><Relationship Id="rId38" Type="http://schemas.openxmlformats.org/officeDocument/2006/relationships/tags" Target="../tags/tag525.xml"/><Relationship Id="rId37" Type="http://schemas.openxmlformats.org/officeDocument/2006/relationships/tags" Target="../tags/tag524.xml"/><Relationship Id="rId36" Type="http://schemas.openxmlformats.org/officeDocument/2006/relationships/tags" Target="../tags/tag523.xml"/><Relationship Id="rId35" Type="http://schemas.openxmlformats.org/officeDocument/2006/relationships/image" Target="../media/image29.svg"/><Relationship Id="rId34" Type="http://schemas.openxmlformats.org/officeDocument/2006/relationships/image" Target="../media/image28.png"/><Relationship Id="rId33" Type="http://schemas.openxmlformats.org/officeDocument/2006/relationships/tags" Target="../tags/tag522.xml"/><Relationship Id="rId32" Type="http://schemas.openxmlformats.org/officeDocument/2006/relationships/tags" Target="../tags/tag521.xml"/><Relationship Id="rId31" Type="http://schemas.openxmlformats.org/officeDocument/2006/relationships/tags" Target="../tags/tag520.xml"/><Relationship Id="rId30" Type="http://schemas.openxmlformats.org/officeDocument/2006/relationships/tags" Target="../tags/tag519.xml"/><Relationship Id="rId3" Type="http://schemas.openxmlformats.org/officeDocument/2006/relationships/tags" Target="../tags/tag502.xml"/><Relationship Id="rId29" Type="http://schemas.openxmlformats.org/officeDocument/2006/relationships/image" Target="../media/image27.svg"/><Relationship Id="rId28" Type="http://schemas.openxmlformats.org/officeDocument/2006/relationships/image" Target="../media/image26.png"/><Relationship Id="rId27" Type="http://schemas.openxmlformats.org/officeDocument/2006/relationships/tags" Target="../tags/tag518.xml"/><Relationship Id="rId26" Type="http://schemas.openxmlformats.org/officeDocument/2006/relationships/tags" Target="../tags/tag517.xml"/><Relationship Id="rId25" Type="http://schemas.openxmlformats.org/officeDocument/2006/relationships/tags" Target="../tags/tag516.xml"/><Relationship Id="rId24" Type="http://schemas.openxmlformats.org/officeDocument/2006/relationships/tags" Target="../tags/tag515.xml"/><Relationship Id="rId23" Type="http://schemas.openxmlformats.org/officeDocument/2006/relationships/image" Target="../media/image25.svg"/><Relationship Id="rId22" Type="http://schemas.openxmlformats.org/officeDocument/2006/relationships/image" Target="../media/image24.png"/><Relationship Id="rId21" Type="http://schemas.openxmlformats.org/officeDocument/2006/relationships/tags" Target="../tags/tag514.xml"/><Relationship Id="rId20" Type="http://schemas.openxmlformats.org/officeDocument/2006/relationships/tags" Target="../tags/tag513.xml"/><Relationship Id="rId2" Type="http://schemas.openxmlformats.org/officeDocument/2006/relationships/tags" Target="../tags/tag501.xml"/><Relationship Id="rId19" Type="http://schemas.openxmlformats.org/officeDocument/2006/relationships/tags" Target="../tags/tag512.xml"/><Relationship Id="rId18" Type="http://schemas.openxmlformats.org/officeDocument/2006/relationships/tags" Target="../tags/tag511.xml"/><Relationship Id="rId17" Type="http://schemas.openxmlformats.org/officeDocument/2006/relationships/image" Target="../media/image23.svg"/><Relationship Id="rId16" Type="http://schemas.openxmlformats.org/officeDocument/2006/relationships/image" Target="../media/image22.png"/><Relationship Id="rId15" Type="http://schemas.openxmlformats.org/officeDocument/2006/relationships/tags" Target="../tags/tag510.xml"/><Relationship Id="rId14" Type="http://schemas.openxmlformats.org/officeDocument/2006/relationships/tags" Target="../tags/tag509.xml"/><Relationship Id="rId13" Type="http://schemas.openxmlformats.org/officeDocument/2006/relationships/tags" Target="../tags/tag508.xml"/><Relationship Id="rId12" Type="http://schemas.openxmlformats.org/officeDocument/2006/relationships/tags" Target="../tags/tag507.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tags" Target="../tags/tag50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527.xml"/><Relationship Id="rId1" Type="http://schemas.openxmlformats.org/officeDocument/2006/relationships/tags" Target="../tags/tag52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1.jpeg"/><Relationship Id="rId1" Type="http://schemas.openxmlformats.org/officeDocument/2006/relationships/image" Target="../media/image30.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3.jpeg"/><Relationship Id="rId1" Type="http://schemas.openxmlformats.org/officeDocument/2006/relationships/image" Target="../media/image3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5.jpeg"/><Relationship Id="rId1" Type="http://schemas.openxmlformats.org/officeDocument/2006/relationships/image" Target="../media/image34.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7.jpeg"/><Relationship Id="rId1" Type="http://schemas.openxmlformats.org/officeDocument/2006/relationships/image" Target="../media/image36.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9.jpeg"/><Relationship Id="rId1" Type="http://schemas.openxmlformats.org/officeDocument/2006/relationships/image" Target="../media/image38.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4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36.xml"/><Relationship Id="rId4" Type="http://schemas.openxmlformats.org/officeDocument/2006/relationships/tags" Target="../tags/tag530.xml"/><Relationship Id="rId3" Type="http://schemas.openxmlformats.org/officeDocument/2006/relationships/tags" Target="../tags/tag529.xml"/><Relationship Id="rId2" Type="http://schemas.openxmlformats.org/officeDocument/2006/relationships/tags" Target="../tags/tag528.xml"/><Relationship Id="rId1"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2_1"/>
          <p:cNvSpPr txBox="1"/>
          <p:nvPr/>
        </p:nvSpPr>
        <p:spPr>
          <a:xfrm flipH="1">
            <a:off x="-1" y="6437768"/>
            <a:ext cx="1210501" cy="593934"/>
          </a:xfrm>
          <a:custGeom>
            <a:avLst/>
            <a:gdLst>
              <a:gd name="connsiteX0" fmla="*/ 1071271 w 2227773"/>
              <a:gd name="connsiteY0" fmla="*/ 0 h 1093060"/>
              <a:gd name="connsiteX1" fmla="*/ 2227773 w 2227773"/>
              <a:gd name="connsiteY1" fmla="*/ 0 h 1093060"/>
              <a:gd name="connsiteX2" fmla="*/ 2227773 w 2227773"/>
              <a:gd name="connsiteY2" fmla="*/ 1093060 h 1093060"/>
              <a:gd name="connsiteX3" fmla="*/ 2197 w 2227773"/>
              <a:gd name="connsiteY3" fmla="*/ 1093060 h 1093060"/>
              <a:gd name="connsiteX4" fmla="*/ 0 w 2227773"/>
              <a:gd name="connsiteY4" fmla="*/ 1071271 h 1093060"/>
              <a:gd name="connsiteX5" fmla="*/ 1071271 w 2227773"/>
              <a:gd name="connsiteY5" fmla="*/ 0 h 1093060"/>
            </a:gdLst>
            <a:ahLst/>
            <a:cxnLst/>
            <a:rect l="l" t="t" r="r" b="b"/>
            <a:pathLst>
              <a:path w="2227773" h="1093060">
                <a:moveTo>
                  <a:pt x="1071271" y="0"/>
                </a:moveTo>
                <a:lnTo>
                  <a:pt x="2227773" y="0"/>
                </a:lnTo>
                <a:lnTo>
                  <a:pt x="2227773" y="1093060"/>
                </a:lnTo>
                <a:lnTo>
                  <a:pt x="2197" y="1093060"/>
                </a:lnTo>
                <a:lnTo>
                  <a:pt x="0" y="1071271"/>
                </a:lnTo>
                <a:cubicBezTo>
                  <a:pt x="0" y="479624"/>
                  <a:pt x="479624" y="0"/>
                  <a:pt x="1071271" y="0"/>
                </a:cubicBezTo>
                <a:close/>
              </a:path>
            </a:pathLst>
          </a:custGeom>
          <a:gradFill>
            <a:gsLst>
              <a:gs pos="0">
                <a:schemeClr val="accent1"/>
              </a:gs>
              <a:gs pos="98000">
                <a:schemeClr val="accent1">
                  <a:lumMod val="60000"/>
                  <a:lumOff val="40000"/>
                </a:schemeClr>
              </a:gs>
            </a:gsLst>
            <a:lin ang="2700000" scaled="1"/>
          </a:gra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Google Shape;33;p6_1"/>
          <p:cNvSpPr txBox="1"/>
          <p:nvPr/>
        </p:nvSpPr>
        <p:spPr>
          <a:xfrm>
            <a:off x="362359" y="6127960"/>
            <a:ext cx="537027" cy="537027"/>
          </a:xfrm>
          <a:prstGeom prst="ellipse">
            <a:avLst/>
          </a:prstGeom>
          <a:noFill/>
          <a:ln w="28575" cap="flat">
            <a:solidFill>
              <a:schemeClr val="accent1">
                <a:lumMod val="60000"/>
                <a:lumOff val="40000"/>
              </a:schemeClr>
            </a:solidFill>
            <a:prstDash val="solid"/>
            <a:round/>
            <a:headEnd type="none" w="sm" len="sm"/>
            <a:tailEnd type="none" w="sm" len="sm"/>
          </a:ln>
        </p:spPr>
        <p:txBody>
          <a:bodyPr vert="horz" wrap="square" lIns="121900" tIns="121900" rIns="121900" bIns="121900" rtlCol="0" anchor="ctr"/>
          <a:lstStyle/>
          <a:p>
            <a:pPr algn="ctr">
              <a:lnSpc>
                <a:spcPct val="110000"/>
              </a:lnSpc>
            </a:pPr>
            <a:endParaRPr kumimoji="1" lang="zh-CN" altLang="en-US"/>
          </a:p>
        </p:txBody>
      </p:sp>
      <p:sp>
        <p:nvSpPr>
          <p:cNvPr id="4" name="任意多边形: 形状 16"/>
          <p:cNvSpPr txBox="1"/>
          <p:nvPr/>
        </p:nvSpPr>
        <p:spPr>
          <a:xfrm>
            <a:off x="7373598" y="0"/>
            <a:ext cx="5478802" cy="6858000"/>
          </a:xfrm>
          <a:custGeom>
            <a:avLst/>
            <a:gdLst>
              <a:gd name="connsiteX0" fmla="*/ 682719 w 5478802"/>
              <a:gd name="connsiteY0" fmla="*/ 0 h 6858000"/>
              <a:gd name="connsiteX1" fmla="*/ 5478802 w 5478802"/>
              <a:gd name="connsiteY1" fmla="*/ 0 h 6858000"/>
              <a:gd name="connsiteX2" fmla="*/ 5331810 w 5478802"/>
              <a:gd name="connsiteY2" fmla="*/ 154175 h 6858000"/>
              <a:gd name="connsiteX3" fmla="*/ 4066538 w 5478802"/>
              <a:gd name="connsiteY3" fmla="*/ 3429000 h 6858000"/>
              <a:gd name="connsiteX4" fmla="*/ 5331810 w 5478802"/>
              <a:gd name="connsiteY4" fmla="*/ 6703825 h 6858000"/>
              <a:gd name="connsiteX5" fmla="*/ 5478802 w 5478802"/>
              <a:gd name="connsiteY5" fmla="*/ 6858000 h 6858000"/>
              <a:gd name="connsiteX6" fmla="*/ 682719 w 5478802"/>
              <a:gd name="connsiteY6" fmla="*/ 6858000 h 6858000"/>
              <a:gd name="connsiteX7" fmla="*/ 542298 w 5478802"/>
              <a:gd name="connsiteY7" fmla="*/ 6501860 h 6858000"/>
              <a:gd name="connsiteX8" fmla="*/ 0 w 5478802"/>
              <a:gd name="connsiteY8" fmla="*/ 3429000 h 6858000"/>
              <a:gd name="connsiteX9" fmla="*/ 542298 w 5478802"/>
              <a:gd name="connsiteY9" fmla="*/ 356141 h 6858000"/>
            </a:gdLst>
            <a:ahLst/>
            <a:cxnLst/>
            <a:rect l="l" t="t" r="r" b="b"/>
            <a:pathLst>
              <a:path w="5478802" h="6858000">
                <a:moveTo>
                  <a:pt x="682719" y="0"/>
                </a:moveTo>
                <a:lnTo>
                  <a:pt x="5478802" y="0"/>
                </a:lnTo>
                <a:lnTo>
                  <a:pt x="5331810" y="154175"/>
                </a:lnTo>
                <a:cubicBezTo>
                  <a:pt x="4545675" y="1019116"/>
                  <a:pt x="4066538" y="2168104"/>
                  <a:pt x="4066538" y="3429000"/>
                </a:cubicBezTo>
                <a:cubicBezTo>
                  <a:pt x="4066538" y="4689896"/>
                  <a:pt x="4545675" y="5838884"/>
                  <a:pt x="5331810" y="6703825"/>
                </a:cubicBezTo>
                <a:lnTo>
                  <a:pt x="5478802" y="6858000"/>
                </a:lnTo>
                <a:lnTo>
                  <a:pt x="682719" y="6858000"/>
                </a:lnTo>
                <a:lnTo>
                  <a:pt x="542298" y="6501860"/>
                </a:lnTo>
                <a:cubicBezTo>
                  <a:pt x="191466" y="5543693"/>
                  <a:pt x="0" y="4508706"/>
                  <a:pt x="0" y="3429000"/>
                </a:cubicBezTo>
                <a:cubicBezTo>
                  <a:pt x="0" y="2349294"/>
                  <a:pt x="191466" y="1314307"/>
                  <a:pt x="542298" y="356141"/>
                </a:cubicBezTo>
                <a:close/>
              </a:path>
            </a:pathLst>
          </a:custGeom>
          <a:solidFill>
            <a:schemeClr val="accent1">
              <a:lumMod val="20000"/>
              <a:lumOff val="80000"/>
            </a:schemeClr>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5" name="任意多边形: 形状 17"/>
          <p:cNvSpPr txBox="1"/>
          <p:nvPr/>
        </p:nvSpPr>
        <p:spPr>
          <a:xfrm>
            <a:off x="7170892" y="0"/>
            <a:ext cx="5478802" cy="6858000"/>
          </a:xfrm>
          <a:custGeom>
            <a:avLst/>
            <a:gdLst>
              <a:gd name="connsiteX0" fmla="*/ 682720 w 5478802"/>
              <a:gd name="connsiteY0" fmla="*/ 0 h 6858000"/>
              <a:gd name="connsiteX1" fmla="*/ 5478802 w 5478802"/>
              <a:gd name="connsiteY1" fmla="*/ 0 h 6858000"/>
              <a:gd name="connsiteX2" fmla="*/ 5331810 w 5478802"/>
              <a:gd name="connsiteY2" fmla="*/ 154175 h 6858000"/>
              <a:gd name="connsiteX3" fmla="*/ 4066538 w 5478802"/>
              <a:gd name="connsiteY3" fmla="*/ 3429000 h 6858000"/>
              <a:gd name="connsiteX4" fmla="*/ 5331810 w 5478802"/>
              <a:gd name="connsiteY4" fmla="*/ 6703825 h 6858000"/>
              <a:gd name="connsiteX5" fmla="*/ 5478802 w 5478802"/>
              <a:gd name="connsiteY5" fmla="*/ 6858000 h 6858000"/>
              <a:gd name="connsiteX6" fmla="*/ 682720 w 5478802"/>
              <a:gd name="connsiteY6" fmla="*/ 6858000 h 6858000"/>
              <a:gd name="connsiteX7" fmla="*/ 542298 w 5478802"/>
              <a:gd name="connsiteY7" fmla="*/ 6501860 h 6858000"/>
              <a:gd name="connsiteX8" fmla="*/ 0 w 5478802"/>
              <a:gd name="connsiteY8" fmla="*/ 3429000 h 6858000"/>
              <a:gd name="connsiteX9" fmla="*/ 542298 w 5478802"/>
              <a:gd name="connsiteY9" fmla="*/ 356141 h 6858000"/>
            </a:gdLst>
            <a:ahLst/>
            <a:cxnLst/>
            <a:rect l="l" t="t" r="r" b="b"/>
            <a:pathLst>
              <a:path w="5478802" h="6858000">
                <a:moveTo>
                  <a:pt x="682720" y="0"/>
                </a:moveTo>
                <a:lnTo>
                  <a:pt x="5478802" y="0"/>
                </a:lnTo>
                <a:lnTo>
                  <a:pt x="5331810" y="154175"/>
                </a:lnTo>
                <a:cubicBezTo>
                  <a:pt x="4545675" y="1019116"/>
                  <a:pt x="4066538" y="2168104"/>
                  <a:pt x="4066538" y="3429000"/>
                </a:cubicBezTo>
                <a:cubicBezTo>
                  <a:pt x="4066538" y="4689896"/>
                  <a:pt x="4545675" y="5838884"/>
                  <a:pt x="5331810" y="6703825"/>
                </a:cubicBezTo>
                <a:lnTo>
                  <a:pt x="5478802" y="6858000"/>
                </a:lnTo>
                <a:lnTo>
                  <a:pt x="682720" y="6858000"/>
                </a:lnTo>
                <a:lnTo>
                  <a:pt x="542298" y="6501860"/>
                </a:lnTo>
                <a:cubicBezTo>
                  <a:pt x="191466" y="5543693"/>
                  <a:pt x="0" y="4508706"/>
                  <a:pt x="0" y="3429000"/>
                </a:cubicBezTo>
                <a:cubicBezTo>
                  <a:pt x="0" y="2349294"/>
                  <a:pt x="191466" y="1314307"/>
                  <a:pt x="542298" y="356141"/>
                </a:cubicBezTo>
                <a:close/>
              </a:path>
            </a:pathLst>
          </a:custGeom>
          <a:gradFill>
            <a:gsLst>
              <a:gs pos="0">
                <a:schemeClr val="accent1">
                  <a:alpha val="0"/>
                </a:schemeClr>
              </a:gs>
              <a:gs pos="81000">
                <a:schemeClr val="accent1"/>
              </a:gs>
            </a:gsLst>
            <a:lin ang="5400000" scaled="1"/>
          </a:gra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pic>
        <p:nvPicPr>
          <p:cNvPr id="6" name="图片 18"/>
          <p:cNvPicPr>
            <a:picLocks noChangeAspect="1"/>
          </p:cNvPicPr>
          <p:nvPr/>
        </p:nvPicPr>
        <p:blipFill>
          <a:blip r:embed="rId1">
            <a:alphaModFix amt="100000"/>
          </a:blip>
          <a:srcRect l="5748" r="5748"/>
          <a:stretch>
            <a:fillRect/>
          </a:stretch>
        </p:blipFill>
        <p:spPr>
          <a:xfrm>
            <a:off x="7373598" y="1"/>
            <a:ext cx="5073390" cy="6857999"/>
          </a:xfrm>
          <a:custGeom>
            <a:avLst/>
            <a:gdLst/>
            <a:ahLst/>
            <a:cxnLst/>
            <a:rect l="l" t="t" r="r" b="b"/>
            <a:pathLst>
              <a:path w="5067300" h="6858000">
                <a:moveTo>
                  <a:pt x="682752" y="0"/>
                </a:moveTo>
                <a:lnTo>
                  <a:pt x="5073396" y="0"/>
                </a:lnTo>
                <a:lnTo>
                  <a:pt x="4950079" y="142367"/>
                </a:lnTo>
                <a:cubicBezTo>
                  <a:pt x="4212971" y="1035558"/>
                  <a:pt x="3770122" y="2180590"/>
                  <a:pt x="3770122" y="3429000"/>
                </a:cubicBezTo>
                <a:cubicBezTo>
                  <a:pt x="3770122" y="4677410"/>
                  <a:pt x="4212971" y="5822442"/>
                  <a:pt x="4950079" y="6715633"/>
                </a:cubicBezTo>
                <a:lnTo>
                  <a:pt x="5073396" y="6858000"/>
                </a:lnTo>
                <a:lnTo>
                  <a:pt x="682752" y="6858000"/>
                </a:lnTo>
                <a:lnTo>
                  <a:pt x="542290" y="6501892"/>
                </a:lnTo>
                <a:cubicBezTo>
                  <a:pt x="191516" y="5543677"/>
                  <a:pt x="0" y="4508754"/>
                  <a:pt x="0" y="3429000"/>
                </a:cubicBezTo>
                <a:cubicBezTo>
                  <a:pt x="0" y="2349246"/>
                  <a:pt x="191516" y="1314323"/>
                  <a:pt x="542290" y="356108"/>
                </a:cubicBezTo>
                <a:close/>
              </a:path>
            </a:pathLst>
          </a:custGeom>
          <a:noFill/>
          <a:ln>
            <a:noFill/>
          </a:ln>
        </p:spPr>
      </p:pic>
      <p:sp>
        <p:nvSpPr>
          <p:cNvPr id="7" name="椭圆 19"/>
          <p:cNvSpPr txBox="1"/>
          <p:nvPr/>
        </p:nvSpPr>
        <p:spPr>
          <a:xfrm>
            <a:off x="6762312" y="727075"/>
            <a:ext cx="1400795" cy="1400795"/>
          </a:xfrm>
          <a:prstGeom prst="ellipse">
            <a:avLst/>
          </a:prstGeom>
          <a:gradFill>
            <a:gsLst>
              <a:gs pos="0">
                <a:schemeClr val="accent1">
                  <a:lumMod val="60000"/>
                  <a:lumOff val="40000"/>
                </a:schemeClr>
              </a:gs>
              <a:gs pos="100000">
                <a:schemeClr val="accent1"/>
              </a:gs>
            </a:gsLst>
            <a:lin ang="5400000" scaled="1"/>
          </a:gra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文本框 20"/>
          <p:cNvSpPr txBox="1"/>
          <p:nvPr/>
        </p:nvSpPr>
        <p:spPr>
          <a:xfrm>
            <a:off x="6762312" y="1135085"/>
            <a:ext cx="1400794" cy="584775"/>
          </a:xfrm>
          <a:prstGeom prst="rect">
            <a:avLst/>
          </a:prstGeom>
          <a:noFill/>
          <a:ln>
            <a:noFill/>
          </a:ln>
        </p:spPr>
        <p:txBody>
          <a:bodyPr vert="horz" wrap="square" lIns="91440" tIns="45720" rIns="91440" bIns="45720" rtlCol="0" anchor="ctr"/>
          <a:lstStyle/>
          <a:p>
            <a:pPr algn="ctr">
              <a:lnSpc>
                <a:spcPct val="110000"/>
              </a:lnSpc>
            </a:pPr>
            <a:r>
              <a:rPr kumimoji="1" lang="en-US" altLang="zh-CN" sz="3200">
                <a:ln w="12700">
                  <a:noFill/>
                </a:ln>
                <a:solidFill>
                  <a:srgbClr val="FFFFFF">
                    <a:alpha val="100000"/>
                  </a:srgbClr>
                </a:solidFill>
                <a:latin typeface="Source Han Serif SC Regular" panose="02020900000000000000" charset="-122"/>
                <a:ea typeface="Source Han Serif SC Regular" panose="02020900000000000000" charset="-122"/>
                <a:cs typeface="Source Han Serif SC Regular" panose="02020900000000000000" charset="-122"/>
              </a:rPr>
              <a:t>2025</a:t>
            </a:r>
            <a:endParaRPr kumimoji="1" lang="zh-CN" altLang="en-US"/>
          </a:p>
        </p:txBody>
      </p:sp>
      <p:sp>
        <p:nvSpPr>
          <p:cNvPr id="11" name="15"/>
          <p:cNvSpPr txBox="1"/>
          <p:nvPr/>
        </p:nvSpPr>
        <p:spPr>
          <a:xfrm>
            <a:off x="547039" y="2455004"/>
            <a:ext cx="3777311" cy="1121941"/>
          </a:xfrm>
          <a:prstGeom prst="rect">
            <a:avLst/>
          </a:prstGeom>
          <a:noFill/>
          <a:ln cap="sq">
            <a:noFill/>
          </a:ln>
        </p:spPr>
        <p:txBody>
          <a:bodyPr vert="horz" wrap="square" lIns="91440" tIns="45720" rIns="91440" bIns="45720" rtlCol="0" anchor="ctr"/>
          <a:lstStyle/>
          <a:p>
            <a:pPr algn="l">
              <a:lnSpc>
                <a:spcPct val="100000"/>
              </a:lnSpc>
            </a:pPr>
            <a:endParaRPr kumimoji="1" lang="zh-CN" altLang="en-US"/>
          </a:p>
        </p:txBody>
      </p:sp>
      <p:sp>
        <p:nvSpPr>
          <p:cNvPr id="12" name="标题 1"/>
          <p:cNvSpPr txBox="1"/>
          <p:nvPr/>
        </p:nvSpPr>
        <p:spPr>
          <a:xfrm rot="5400000">
            <a:off x="7757018" y="1625507"/>
            <a:ext cx="540562" cy="937497"/>
          </a:xfrm>
          <a:custGeom>
            <a:avLst/>
            <a:gdLst>
              <a:gd name="connsiteX0" fmla="*/ 0 w 812409"/>
              <a:gd name="connsiteY0" fmla="*/ 1532499 h 1564151"/>
              <a:gd name="connsiteX1" fmla="*/ 31653 w 812409"/>
              <a:gd name="connsiteY1" fmla="*/ 1564151 h 1564151"/>
              <a:gd name="connsiteX2" fmla="*/ 63304 w 812409"/>
              <a:gd name="connsiteY2" fmla="*/ 1532499 h 1564151"/>
              <a:gd name="connsiteX3" fmla="*/ 31653 w 812409"/>
              <a:gd name="connsiteY3" fmla="*/ 1500847 h 1564151"/>
              <a:gd name="connsiteX4" fmla="*/ 0 w 812409"/>
              <a:gd name="connsiteY4" fmla="*/ 1532499 h 1564151"/>
              <a:gd name="connsiteX5" fmla="*/ 187276 w 812409"/>
              <a:gd name="connsiteY5" fmla="*/ 1532499 h 1564151"/>
              <a:gd name="connsiteX6" fmla="*/ 218929 w 812409"/>
              <a:gd name="connsiteY6" fmla="*/ 1564151 h 1564151"/>
              <a:gd name="connsiteX7" fmla="*/ 250581 w 812409"/>
              <a:gd name="connsiteY7" fmla="*/ 1532499 h 1564151"/>
              <a:gd name="connsiteX8" fmla="*/ 218929 w 812409"/>
              <a:gd name="connsiteY8" fmla="*/ 1500847 h 1564151"/>
              <a:gd name="connsiteX9" fmla="*/ 187276 w 812409"/>
              <a:gd name="connsiteY9" fmla="*/ 1532499 h 1564151"/>
              <a:gd name="connsiteX10" fmla="*/ 374553 w 812409"/>
              <a:gd name="connsiteY10" fmla="*/ 1532499 h 1564151"/>
              <a:gd name="connsiteX11" fmla="*/ 406204 w 812409"/>
              <a:gd name="connsiteY11" fmla="*/ 1564151 h 1564151"/>
              <a:gd name="connsiteX12" fmla="*/ 437857 w 812409"/>
              <a:gd name="connsiteY12" fmla="*/ 1532499 h 1564151"/>
              <a:gd name="connsiteX13" fmla="*/ 406204 w 812409"/>
              <a:gd name="connsiteY13" fmla="*/ 1500847 h 1564151"/>
              <a:gd name="connsiteX14" fmla="*/ 374553 w 812409"/>
              <a:gd name="connsiteY14" fmla="*/ 1532499 h 1564151"/>
              <a:gd name="connsiteX15" fmla="*/ 561829 w 812409"/>
              <a:gd name="connsiteY15" fmla="*/ 1532499 h 1564151"/>
              <a:gd name="connsiteX16" fmla="*/ 593481 w 812409"/>
              <a:gd name="connsiteY16" fmla="*/ 1564151 h 1564151"/>
              <a:gd name="connsiteX17" fmla="*/ 625133 w 812409"/>
              <a:gd name="connsiteY17" fmla="*/ 1532499 h 1564151"/>
              <a:gd name="connsiteX18" fmla="*/ 593481 w 812409"/>
              <a:gd name="connsiteY18" fmla="*/ 1500847 h 1564151"/>
              <a:gd name="connsiteX19" fmla="*/ 561829 w 812409"/>
              <a:gd name="connsiteY19" fmla="*/ 1532499 h 1564151"/>
              <a:gd name="connsiteX20" fmla="*/ 749104 w 812409"/>
              <a:gd name="connsiteY20" fmla="*/ 1532499 h 1564151"/>
              <a:gd name="connsiteX21" fmla="*/ 780757 w 812409"/>
              <a:gd name="connsiteY21" fmla="*/ 1564151 h 1564151"/>
              <a:gd name="connsiteX22" fmla="*/ 812410 w 812409"/>
              <a:gd name="connsiteY22" fmla="*/ 1532499 h 1564151"/>
              <a:gd name="connsiteX23" fmla="*/ 780757 w 812409"/>
              <a:gd name="connsiteY23" fmla="*/ 1500847 h 1564151"/>
              <a:gd name="connsiteX24" fmla="*/ 749104 w 812409"/>
              <a:gd name="connsiteY24" fmla="*/ 1532499 h 1564151"/>
              <a:gd name="connsiteX25" fmla="*/ 187276 w 812409"/>
              <a:gd name="connsiteY25" fmla="*/ 1345223 h 1564151"/>
              <a:gd name="connsiteX26" fmla="*/ 218929 w 812409"/>
              <a:gd name="connsiteY26" fmla="*/ 1376875 h 1564151"/>
              <a:gd name="connsiteX27" fmla="*/ 250581 w 812409"/>
              <a:gd name="connsiteY27" fmla="*/ 1345223 h 1564151"/>
              <a:gd name="connsiteX28" fmla="*/ 218929 w 812409"/>
              <a:gd name="connsiteY28" fmla="*/ 1313571 h 1564151"/>
              <a:gd name="connsiteX29" fmla="*/ 187276 w 812409"/>
              <a:gd name="connsiteY29" fmla="*/ 1345223 h 1564151"/>
              <a:gd name="connsiteX30" fmla="*/ 374553 w 812409"/>
              <a:gd name="connsiteY30" fmla="*/ 1345223 h 1564151"/>
              <a:gd name="connsiteX31" fmla="*/ 406204 w 812409"/>
              <a:gd name="connsiteY31" fmla="*/ 1376875 h 1564151"/>
              <a:gd name="connsiteX32" fmla="*/ 437857 w 812409"/>
              <a:gd name="connsiteY32" fmla="*/ 1345223 h 1564151"/>
              <a:gd name="connsiteX33" fmla="*/ 406204 w 812409"/>
              <a:gd name="connsiteY33" fmla="*/ 1313571 h 1564151"/>
              <a:gd name="connsiteX34" fmla="*/ 374553 w 812409"/>
              <a:gd name="connsiteY34" fmla="*/ 1345223 h 1564151"/>
              <a:gd name="connsiteX35" fmla="*/ 561829 w 812409"/>
              <a:gd name="connsiteY35" fmla="*/ 1345223 h 1564151"/>
              <a:gd name="connsiteX36" fmla="*/ 593481 w 812409"/>
              <a:gd name="connsiteY36" fmla="*/ 1376875 h 1564151"/>
              <a:gd name="connsiteX37" fmla="*/ 625133 w 812409"/>
              <a:gd name="connsiteY37" fmla="*/ 1345223 h 1564151"/>
              <a:gd name="connsiteX38" fmla="*/ 593481 w 812409"/>
              <a:gd name="connsiteY38" fmla="*/ 1313571 h 1564151"/>
              <a:gd name="connsiteX39" fmla="*/ 561829 w 812409"/>
              <a:gd name="connsiteY39" fmla="*/ 1345223 h 1564151"/>
              <a:gd name="connsiteX40" fmla="*/ 749104 w 812409"/>
              <a:gd name="connsiteY40" fmla="*/ 1345223 h 1564151"/>
              <a:gd name="connsiteX41" fmla="*/ 780757 w 812409"/>
              <a:gd name="connsiteY41" fmla="*/ 1376875 h 1564151"/>
              <a:gd name="connsiteX42" fmla="*/ 812410 w 812409"/>
              <a:gd name="connsiteY42" fmla="*/ 1345223 h 1564151"/>
              <a:gd name="connsiteX43" fmla="*/ 780757 w 812409"/>
              <a:gd name="connsiteY43" fmla="*/ 1313571 h 1564151"/>
              <a:gd name="connsiteX44" fmla="*/ 749104 w 812409"/>
              <a:gd name="connsiteY44" fmla="*/ 1345223 h 1564151"/>
              <a:gd name="connsiteX45" fmla="*/ 187276 w 812409"/>
              <a:gd name="connsiteY45" fmla="*/ 1157947 h 1564151"/>
              <a:gd name="connsiteX46" fmla="*/ 218929 w 812409"/>
              <a:gd name="connsiteY46" fmla="*/ 1189599 h 1564151"/>
              <a:gd name="connsiteX47" fmla="*/ 250581 w 812409"/>
              <a:gd name="connsiteY47" fmla="*/ 1157947 h 1564151"/>
              <a:gd name="connsiteX48" fmla="*/ 218929 w 812409"/>
              <a:gd name="connsiteY48" fmla="*/ 1126295 h 1564151"/>
              <a:gd name="connsiteX49" fmla="*/ 187276 w 812409"/>
              <a:gd name="connsiteY49" fmla="*/ 1157947 h 1564151"/>
              <a:gd name="connsiteX50" fmla="*/ 374553 w 812409"/>
              <a:gd name="connsiteY50" fmla="*/ 1157947 h 1564151"/>
              <a:gd name="connsiteX51" fmla="*/ 406204 w 812409"/>
              <a:gd name="connsiteY51" fmla="*/ 1189599 h 1564151"/>
              <a:gd name="connsiteX52" fmla="*/ 437857 w 812409"/>
              <a:gd name="connsiteY52" fmla="*/ 1157947 h 1564151"/>
              <a:gd name="connsiteX53" fmla="*/ 406204 w 812409"/>
              <a:gd name="connsiteY53" fmla="*/ 1126295 h 1564151"/>
              <a:gd name="connsiteX54" fmla="*/ 374553 w 812409"/>
              <a:gd name="connsiteY54" fmla="*/ 1157947 h 1564151"/>
              <a:gd name="connsiteX55" fmla="*/ 561829 w 812409"/>
              <a:gd name="connsiteY55" fmla="*/ 1157947 h 1564151"/>
              <a:gd name="connsiteX56" fmla="*/ 593481 w 812409"/>
              <a:gd name="connsiteY56" fmla="*/ 1189599 h 1564151"/>
              <a:gd name="connsiteX57" fmla="*/ 625133 w 812409"/>
              <a:gd name="connsiteY57" fmla="*/ 1157947 h 1564151"/>
              <a:gd name="connsiteX58" fmla="*/ 593481 w 812409"/>
              <a:gd name="connsiteY58" fmla="*/ 1126295 h 1564151"/>
              <a:gd name="connsiteX59" fmla="*/ 561829 w 812409"/>
              <a:gd name="connsiteY59" fmla="*/ 1157947 h 1564151"/>
              <a:gd name="connsiteX60" fmla="*/ 749104 w 812409"/>
              <a:gd name="connsiteY60" fmla="*/ 1157947 h 1564151"/>
              <a:gd name="connsiteX61" fmla="*/ 780757 w 812409"/>
              <a:gd name="connsiteY61" fmla="*/ 1189599 h 1564151"/>
              <a:gd name="connsiteX62" fmla="*/ 812410 w 812409"/>
              <a:gd name="connsiteY62" fmla="*/ 1157947 h 1564151"/>
              <a:gd name="connsiteX63" fmla="*/ 780757 w 812409"/>
              <a:gd name="connsiteY63" fmla="*/ 1126295 h 1564151"/>
              <a:gd name="connsiteX64" fmla="*/ 749104 w 812409"/>
              <a:gd name="connsiteY64" fmla="*/ 1157947 h 1564151"/>
              <a:gd name="connsiteX65" fmla="*/ 187276 w 812409"/>
              <a:gd name="connsiteY65" fmla="*/ 970670 h 1564151"/>
              <a:gd name="connsiteX66" fmla="*/ 218929 w 812409"/>
              <a:gd name="connsiteY66" fmla="*/ 1002323 h 1564151"/>
              <a:gd name="connsiteX67" fmla="*/ 250581 w 812409"/>
              <a:gd name="connsiteY67" fmla="*/ 970670 h 1564151"/>
              <a:gd name="connsiteX68" fmla="*/ 218929 w 812409"/>
              <a:gd name="connsiteY68" fmla="*/ 939018 h 1564151"/>
              <a:gd name="connsiteX69" fmla="*/ 187276 w 812409"/>
              <a:gd name="connsiteY69" fmla="*/ 970670 h 1564151"/>
              <a:gd name="connsiteX70" fmla="*/ 374553 w 812409"/>
              <a:gd name="connsiteY70" fmla="*/ 970670 h 1564151"/>
              <a:gd name="connsiteX71" fmla="*/ 406204 w 812409"/>
              <a:gd name="connsiteY71" fmla="*/ 1002323 h 1564151"/>
              <a:gd name="connsiteX72" fmla="*/ 437857 w 812409"/>
              <a:gd name="connsiteY72" fmla="*/ 970670 h 1564151"/>
              <a:gd name="connsiteX73" fmla="*/ 406204 w 812409"/>
              <a:gd name="connsiteY73" fmla="*/ 939018 h 1564151"/>
              <a:gd name="connsiteX74" fmla="*/ 374553 w 812409"/>
              <a:gd name="connsiteY74" fmla="*/ 970670 h 1564151"/>
              <a:gd name="connsiteX75" fmla="*/ 561829 w 812409"/>
              <a:gd name="connsiteY75" fmla="*/ 970670 h 1564151"/>
              <a:gd name="connsiteX76" fmla="*/ 593481 w 812409"/>
              <a:gd name="connsiteY76" fmla="*/ 1002323 h 1564151"/>
              <a:gd name="connsiteX77" fmla="*/ 625133 w 812409"/>
              <a:gd name="connsiteY77" fmla="*/ 970670 h 1564151"/>
              <a:gd name="connsiteX78" fmla="*/ 593481 w 812409"/>
              <a:gd name="connsiteY78" fmla="*/ 939018 h 1564151"/>
              <a:gd name="connsiteX79" fmla="*/ 561829 w 812409"/>
              <a:gd name="connsiteY79" fmla="*/ 970670 h 1564151"/>
              <a:gd name="connsiteX80" fmla="*/ 749104 w 812409"/>
              <a:gd name="connsiteY80" fmla="*/ 970670 h 1564151"/>
              <a:gd name="connsiteX81" fmla="*/ 780757 w 812409"/>
              <a:gd name="connsiteY81" fmla="*/ 1002323 h 1564151"/>
              <a:gd name="connsiteX82" fmla="*/ 812410 w 812409"/>
              <a:gd name="connsiteY82" fmla="*/ 970670 h 1564151"/>
              <a:gd name="connsiteX83" fmla="*/ 780757 w 812409"/>
              <a:gd name="connsiteY83" fmla="*/ 939018 h 1564151"/>
              <a:gd name="connsiteX84" fmla="*/ 749104 w 812409"/>
              <a:gd name="connsiteY84" fmla="*/ 970670 h 1564151"/>
              <a:gd name="connsiteX85" fmla="*/ 187276 w 812409"/>
              <a:gd name="connsiteY85" fmla="*/ 783395 h 1564151"/>
              <a:gd name="connsiteX86" fmla="*/ 218929 w 812409"/>
              <a:gd name="connsiteY86" fmla="*/ 815047 h 1564151"/>
              <a:gd name="connsiteX87" fmla="*/ 250581 w 812409"/>
              <a:gd name="connsiteY87" fmla="*/ 783395 h 1564151"/>
              <a:gd name="connsiteX88" fmla="*/ 218929 w 812409"/>
              <a:gd name="connsiteY88" fmla="*/ 751742 h 1564151"/>
              <a:gd name="connsiteX89" fmla="*/ 187276 w 812409"/>
              <a:gd name="connsiteY89" fmla="*/ 783395 h 1564151"/>
              <a:gd name="connsiteX90" fmla="*/ 374553 w 812409"/>
              <a:gd name="connsiteY90" fmla="*/ 783395 h 1564151"/>
              <a:gd name="connsiteX91" fmla="*/ 406204 w 812409"/>
              <a:gd name="connsiteY91" fmla="*/ 815047 h 1564151"/>
              <a:gd name="connsiteX92" fmla="*/ 437857 w 812409"/>
              <a:gd name="connsiteY92" fmla="*/ 783395 h 1564151"/>
              <a:gd name="connsiteX93" fmla="*/ 406204 w 812409"/>
              <a:gd name="connsiteY93" fmla="*/ 751742 h 1564151"/>
              <a:gd name="connsiteX94" fmla="*/ 374553 w 812409"/>
              <a:gd name="connsiteY94" fmla="*/ 783395 h 1564151"/>
              <a:gd name="connsiteX95" fmla="*/ 561829 w 812409"/>
              <a:gd name="connsiteY95" fmla="*/ 783395 h 1564151"/>
              <a:gd name="connsiteX96" fmla="*/ 593481 w 812409"/>
              <a:gd name="connsiteY96" fmla="*/ 815047 h 1564151"/>
              <a:gd name="connsiteX97" fmla="*/ 625133 w 812409"/>
              <a:gd name="connsiteY97" fmla="*/ 783395 h 1564151"/>
              <a:gd name="connsiteX98" fmla="*/ 593481 w 812409"/>
              <a:gd name="connsiteY98" fmla="*/ 751742 h 1564151"/>
              <a:gd name="connsiteX99" fmla="*/ 561829 w 812409"/>
              <a:gd name="connsiteY99" fmla="*/ 783395 h 1564151"/>
              <a:gd name="connsiteX100" fmla="*/ 749104 w 812409"/>
              <a:gd name="connsiteY100" fmla="*/ 783395 h 1564151"/>
              <a:gd name="connsiteX101" fmla="*/ 780757 w 812409"/>
              <a:gd name="connsiteY101" fmla="*/ 815047 h 1564151"/>
              <a:gd name="connsiteX102" fmla="*/ 812410 w 812409"/>
              <a:gd name="connsiteY102" fmla="*/ 783395 h 1564151"/>
              <a:gd name="connsiteX103" fmla="*/ 780757 w 812409"/>
              <a:gd name="connsiteY103" fmla="*/ 751742 h 1564151"/>
              <a:gd name="connsiteX104" fmla="*/ 749104 w 812409"/>
              <a:gd name="connsiteY104" fmla="*/ 783395 h 1564151"/>
              <a:gd name="connsiteX105" fmla="*/ 187276 w 812409"/>
              <a:gd name="connsiteY105" fmla="*/ 596118 h 1564151"/>
              <a:gd name="connsiteX106" fmla="*/ 218929 w 812409"/>
              <a:gd name="connsiteY106" fmla="*/ 627770 h 1564151"/>
              <a:gd name="connsiteX107" fmla="*/ 250581 w 812409"/>
              <a:gd name="connsiteY107" fmla="*/ 596118 h 1564151"/>
              <a:gd name="connsiteX108" fmla="*/ 218929 w 812409"/>
              <a:gd name="connsiteY108" fmla="*/ 564466 h 1564151"/>
              <a:gd name="connsiteX109" fmla="*/ 187276 w 812409"/>
              <a:gd name="connsiteY109" fmla="*/ 596118 h 1564151"/>
              <a:gd name="connsiteX110" fmla="*/ 374553 w 812409"/>
              <a:gd name="connsiteY110" fmla="*/ 596118 h 1564151"/>
              <a:gd name="connsiteX111" fmla="*/ 406204 w 812409"/>
              <a:gd name="connsiteY111" fmla="*/ 627770 h 1564151"/>
              <a:gd name="connsiteX112" fmla="*/ 437857 w 812409"/>
              <a:gd name="connsiteY112" fmla="*/ 596118 h 1564151"/>
              <a:gd name="connsiteX113" fmla="*/ 406204 w 812409"/>
              <a:gd name="connsiteY113" fmla="*/ 564466 h 1564151"/>
              <a:gd name="connsiteX114" fmla="*/ 374553 w 812409"/>
              <a:gd name="connsiteY114" fmla="*/ 596118 h 1564151"/>
              <a:gd name="connsiteX115" fmla="*/ 561829 w 812409"/>
              <a:gd name="connsiteY115" fmla="*/ 596118 h 1564151"/>
              <a:gd name="connsiteX116" fmla="*/ 593481 w 812409"/>
              <a:gd name="connsiteY116" fmla="*/ 627770 h 1564151"/>
              <a:gd name="connsiteX117" fmla="*/ 625133 w 812409"/>
              <a:gd name="connsiteY117" fmla="*/ 596118 h 1564151"/>
              <a:gd name="connsiteX118" fmla="*/ 593481 w 812409"/>
              <a:gd name="connsiteY118" fmla="*/ 564466 h 1564151"/>
              <a:gd name="connsiteX119" fmla="*/ 561829 w 812409"/>
              <a:gd name="connsiteY119" fmla="*/ 596118 h 1564151"/>
              <a:gd name="connsiteX120" fmla="*/ 749104 w 812409"/>
              <a:gd name="connsiteY120" fmla="*/ 596118 h 1564151"/>
              <a:gd name="connsiteX121" fmla="*/ 780757 w 812409"/>
              <a:gd name="connsiteY121" fmla="*/ 627770 h 1564151"/>
              <a:gd name="connsiteX122" fmla="*/ 812410 w 812409"/>
              <a:gd name="connsiteY122" fmla="*/ 596118 h 1564151"/>
              <a:gd name="connsiteX123" fmla="*/ 780757 w 812409"/>
              <a:gd name="connsiteY123" fmla="*/ 564466 h 1564151"/>
              <a:gd name="connsiteX124" fmla="*/ 749104 w 812409"/>
              <a:gd name="connsiteY124" fmla="*/ 596118 h 1564151"/>
              <a:gd name="connsiteX125" fmla="*/ 187276 w 812409"/>
              <a:gd name="connsiteY125" fmla="*/ 408842 h 1564151"/>
              <a:gd name="connsiteX126" fmla="*/ 218929 w 812409"/>
              <a:gd name="connsiteY126" fmla="*/ 440495 h 1564151"/>
              <a:gd name="connsiteX127" fmla="*/ 250581 w 812409"/>
              <a:gd name="connsiteY127" fmla="*/ 408842 h 1564151"/>
              <a:gd name="connsiteX128" fmla="*/ 218929 w 812409"/>
              <a:gd name="connsiteY128" fmla="*/ 377190 h 1564151"/>
              <a:gd name="connsiteX129" fmla="*/ 187276 w 812409"/>
              <a:gd name="connsiteY129" fmla="*/ 408842 h 1564151"/>
              <a:gd name="connsiteX130" fmla="*/ 374553 w 812409"/>
              <a:gd name="connsiteY130" fmla="*/ 408842 h 1564151"/>
              <a:gd name="connsiteX131" fmla="*/ 406204 w 812409"/>
              <a:gd name="connsiteY131" fmla="*/ 440495 h 1564151"/>
              <a:gd name="connsiteX132" fmla="*/ 437857 w 812409"/>
              <a:gd name="connsiteY132" fmla="*/ 408842 h 1564151"/>
              <a:gd name="connsiteX133" fmla="*/ 406204 w 812409"/>
              <a:gd name="connsiteY133" fmla="*/ 377190 h 1564151"/>
              <a:gd name="connsiteX134" fmla="*/ 374553 w 812409"/>
              <a:gd name="connsiteY134" fmla="*/ 408842 h 1564151"/>
              <a:gd name="connsiteX135" fmla="*/ 561829 w 812409"/>
              <a:gd name="connsiteY135" fmla="*/ 408842 h 1564151"/>
              <a:gd name="connsiteX136" fmla="*/ 593481 w 812409"/>
              <a:gd name="connsiteY136" fmla="*/ 440495 h 1564151"/>
              <a:gd name="connsiteX137" fmla="*/ 625133 w 812409"/>
              <a:gd name="connsiteY137" fmla="*/ 408842 h 1564151"/>
              <a:gd name="connsiteX138" fmla="*/ 593481 w 812409"/>
              <a:gd name="connsiteY138" fmla="*/ 377190 h 1564151"/>
              <a:gd name="connsiteX139" fmla="*/ 561829 w 812409"/>
              <a:gd name="connsiteY139" fmla="*/ 408842 h 1564151"/>
              <a:gd name="connsiteX140" fmla="*/ 749104 w 812409"/>
              <a:gd name="connsiteY140" fmla="*/ 408842 h 1564151"/>
              <a:gd name="connsiteX141" fmla="*/ 780757 w 812409"/>
              <a:gd name="connsiteY141" fmla="*/ 440495 h 1564151"/>
              <a:gd name="connsiteX142" fmla="*/ 812410 w 812409"/>
              <a:gd name="connsiteY142" fmla="*/ 408842 h 1564151"/>
              <a:gd name="connsiteX143" fmla="*/ 780757 w 812409"/>
              <a:gd name="connsiteY143" fmla="*/ 377190 h 1564151"/>
              <a:gd name="connsiteX144" fmla="*/ 749104 w 812409"/>
              <a:gd name="connsiteY144" fmla="*/ 408842 h 1564151"/>
              <a:gd name="connsiteX145" fmla="*/ 187276 w 812409"/>
              <a:gd name="connsiteY145" fmla="*/ 218928 h 1564151"/>
              <a:gd name="connsiteX146" fmla="*/ 218929 w 812409"/>
              <a:gd name="connsiteY146" fmla="*/ 250581 h 1564151"/>
              <a:gd name="connsiteX147" fmla="*/ 250581 w 812409"/>
              <a:gd name="connsiteY147" fmla="*/ 218928 h 1564151"/>
              <a:gd name="connsiteX148" fmla="*/ 218929 w 812409"/>
              <a:gd name="connsiteY148" fmla="*/ 187276 h 1564151"/>
              <a:gd name="connsiteX149" fmla="*/ 187276 w 812409"/>
              <a:gd name="connsiteY149" fmla="*/ 218928 h 1564151"/>
              <a:gd name="connsiteX150" fmla="*/ 374553 w 812409"/>
              <a:gd name="connsiteY150" fmla="*/ 218928 h 1564151"/>
              <a:gd name="connsiteX151" fmla="*/ 406204 w 812409"/>
              <a:gd name="connsiteY151" fmla="*/ 250581 h 1564151"/>
              <a:gd name="connsiteX152" fmla="*/ 437857 w 812409"/>
              <a:gd name="connsiteY152" fmla="*/ 218928 h 1564151"/>
              <a:gd name="connsiteX153" fmla="*/ 406204 w 812409"/>
              <a:gd name="connsiteY153" fmla="*/ 187276 h 1564151"/>
              <a:gd name="connsiteX154" fmla="*/ 374553 w 812409"/>
              <a:gd name="connsiteY154" fmla="*/ 218928 h 1564151"/>
              <a:gd name="connsiteX155" fmla="*/ 561829 w 812409"/>
              <a:gd name="connsiteY155" fmla="*/ 218928 h 1564151"/>
              <a:gd name="connsiteX156" fmla="*/ 593481 w 812409"/>
              <a:gd name="connsiteY156" fmla="*/ 250581 h 1564151"/>
              <a:gd name="connsiteX157" fmla="*/ 625133 w 812409"/>
              <a:gd name="connsiteY157" fmla="*/ 218928 h 1564151"/>
              <a:gd name="connsiteX158" fmla="*/ 593481 w 812409"/>
              <a:gd name="connsiteY158" fmla="*/ 187276 h 1564151"/>
              <a:gd name="connsiteX159" fmla="*/ 561829 w 812409"/>
              <a:gd name="connsiteY159" fmla="*/ 218928 h 1564151"/>
              <a:gd name="connsiteX160" fmla="*/ 749104 w 812409"/>
              <a:gd name="connsiteY160" fmla="*/ 218928 h 1564151"/>
              <a:gd name="connsiteX161" fmla="*/ 780757 w 812409"/>
              <a:gd name="connsiteY161" fmla="*/ 250581 h 1564151"/>
              <a:gd name="connsiteX162" fmla="*/ 812410 w 812409"/>
              <a:gd name="connsiteY162" fmla="*/ 218928 h 1564151"/>
              <a:gd name="connsiteX163" fmla="*/ 780757 w 812409"/>
              <a:gd name="connsiteY163" fmla="*/ 187276 h 1564151"/>
              <a:gd name="connsiteX164" fmla="*/ 749104 w 812409"/>
              <a:gd name="connsiteY164" fmla="*/ 218928 h 1564151"/>
              <a:gd name="connsiteX165" fmla="*/ 187276 w 812409"/>
              <a:gd name="connsiteY165" fmla="*/ 31652 h 1564151"/>
              <a:gd name="connsiteX166" fmla="*/ 218929 w 812409"/>
              <a:gd name="connsiteY166" fmla="*/ 63304 h 1564151"/>
              <a:gd name="connsiteX167" fmla="*/ 250581 w 812409"/>
              <a:gd name="connsiteY167" fmla="*/ 31652 h 1564151"/>
              <a:gd name="connsiteX168" fmla="*/ 218929 w 812409"/>
              <a:gd name="connsiteY168" fmla="*/ 0 h 1564151"/>
              <a:gd name="connsiteX169" fmla="*/ 187276 w 812409"/>
              <a:gd name="connsiteY169" fmla="*/ 31652 h 1564151"/>
              <a:gd name="connsiteX170" fmla="*/ 374553 w 812409"/>
              <a:gd name="connsiteY170" fmla="*/ 31652 h 1564151"/>
              <a:gd name="connsiteX171" fmla="*/ 406204 w 812409"/>
              <a:gd name="connsiteY171" fmla="*/ 63304 h 1564151"/>
              <a:gd name="connsiteX172" fmla="*/ 437857 w 812409"/>
              <a:gd name="connsiteY172" fmla="*/ 31652 h 1564151"/>
              <a:gd name="connsiteX173" fmla="*/ 406204 w 812409"/>
              <a:gd name="connsiteY173" fmla="*/ 0 h 1564151"/>
              <a:gd name="connsiteX174" fmla="*/ 374553 w 812409"/>
              <a:gd name="connsiteY174" fmla="*/ 31652 h 1564151"/>
              <a:gd name="connsiteX175" fmla="*/ 561829 w 812409"/>
              <a:gd name="connsiteY175" fmla="*/ 31652 h 1564151"/>
              <a:gd name="connsiteX176" fmla="*/ 593481 w 812409"/>
              <a:gd name="connsiteY176" fmla="*/ 63304 h 1564151"/>
              <a:gd name="connsiteX177" fmla="*/ 625133 w 812409"/>
              <a:gd name="connsiteY177" fmla="*/ 31652 h 1564151"/>
              <a:gd name="connsiteX178" fmla="*/ 593481 w 812409"/>
              <a:gd name="connsiteY178" fmla="*/ 0 h 1564151"/>
              <a:gd name="connsiteX179" fmla="*/ 561829 w 812409"/>
              <a:gd name="connsiteY179" fmla="*/ 31652 h 1564151"/>
              <a:gd name="connsiteX180" fmla="*/ 749104 w 812409"/>
              <a:gd name="connsiteY180" fmla="*/ 31652 h 1564151"/>
              <a:gd name="connsiteX181" fmla="*/ 780757 w 812409"/>
              <a:gd name="connsiteY181" fmla="*/ 63304 h 1564151"/>
              <a:gd name="connsiteX182" fmla="*/ 812410 w 812409"/>
              <a:gd name="connsiteY182" fmla="*/ 31652 h 1564151"/>
              <a:gd name="connsiteX183" fmla="*/ 780757 w 812409"/>
              <a:gd name="connsiteY183" fmla="*/ 0 h 1564151"/>
              <a:gd name="connsiteX184" fmla="*/ 749104 w 812409"/>
              <a:gd name="connsiteY184" fmla="*/ 31652 h 1564151"/>
              <a:gd name="connsiteX185" fmla="*/ 31653 w 812409"/>
              <a:gd name="connsiteY185" fmla="*/ 1379513 h 1564151"/>
              <a:gd name="connsiteX186" fmla="*/ 63304 w 812409"/>
              <a:gd name="connsiteY186" fmla="*/ 1347861 h 1564151"/>
              <a:gd name="connsiteX187" fmla="*/ 31653 w 812409"/>
              <a:gd name="connsiteY187" fmla="*/ 1316208 h 1564151"/>
              <a:gd name="connsiteX188" fmla="*/ 0 w 812409"/>
              <a:gd name="connsiteY188" fmla="*/ 1347861 h 1564151"/>
              <a:gd name="connsiteX189" fmla="*/ 31653 w 812409"/>
              <a:gd name="connsiteY189" fmla="*/ 1379513 h 1564151"/>
              <a:gd name="connsiteX190" fmla="*/ 31653 w 812409"/>
              <a:gd name="connsiteY190" fmla="*/ 1189599 h 1564151"/>
              <a:gd name="connsiteX191" fmla="*/ 63304 w 812409"/>
              <a:gd name="connsiteY191" fmla="*/ 1157947 h 1564151"/>
              <a:gd name="connsiteX192" fmla="*/ 31653 w 812409"/>
              <a:gd name="connsiteY192" fmla="*/ 1126295 h 1564151"/>
              <a:gd name="connsiteX193" fmla="*/ 0 w 812409"/>
              <a:gd name="connsiteY193" fmla="*/ 1157947 h 1564151"/>
              <a:gd name="connsiteX194" fmla="*/ 31653 w 812409"/>
              <a:gd name="connsiteY194" fmla="*/ 1189599 h 1564151"/>
              <a:gd name="connsiteX195" fmla="*/ 31653 w 812409"/>
              <a:gd name="connsiteY195" fmla="*/ 1002323 h 1564151"/>
              <a:gd name="connsiteX196" fmla="*/ 63304 w 812409"/>
              <a:gd name="connsiteY196" fmla="*/ 970670 h 1564151"/>
              <a:gd name="connsiteX197" fmla="*/ 31653 w 812409"/>
              <a:gd name="connsiteY197" fmla="*/ 939018 h 1564151"/>
              <a:gd name="connsiteX198" fmla="*/ 0 w 812409"/>
              <a:gd name="connsiteY198" fmla="*/ 970670 h 1564151"/>
              <a:gd name="connsiteX199" fmla="*/ 31653 w 812409"/>
              <a:gd name="connsiteY199" fmla="*/ 1002323 h 1564151"/>
              <a:gd name="connsiteX200" fmla="*/ 31653 w 812409"/>
              <a:gd name="connsiteY200" fmla="*/ 815047 h 1564151"/>
              <a:gd name="connsiteX201" fmla="*/ 63304 w 812409"/>
              <a:gd name="connsiteY201" fmla="*/ 783395 h 1564151"/>
              <a:gd name="connsiteX202" fmla="*/ 31653 w 812409"/>
              <a:gd name="connsiteY202" fmla="*/ 751742 h 1564151"/>
              <a:gd name="connsiteX203" fmla="*/ 0 w 812409"/>
              <a:gd name="connsiteY203" fmla="*/ 783395 h 1564151"/>
              <a:gd name="connsiteX204" fmla="*/ 31653 w 812409"/>
              <a:gd name="connsiteY204" fmla="*/ 815047 h 1564151"/>
              <a:gd name="connsiteX205" fmla="*/ 31653 w 812409"/>
              <a:gd name="connsiteY205" fmla="*/ 627770 h 1564151"/>
              <a:gd name="connsiteX206" fmla="*/ 63304 w 812409"/>
              <a:gd name="connsiteY206" fmla="*/ 596118 h 1564151"/>
              <a:gd name="connsiteX207" fmla="*/ 31653 w 812409"/>
              <a:gd name="connsiteY207" fmla="*/ 564466 h 1564151"/>
              <a:gd name="connsiteX208" fmla="*/ 0 w 812409"/>
              <a:gd name="connsiteY208" fmla="*/ 596118 h 1564151"/>
              <a:gd name="connsiteX209" fmla="*/ 31653 w 812409"/>
              <a:gd name="connsiteY209" fmla="*/ 627770 h 1564151"/>
              <a:gd name="connsiteX210" fmla="*/ 31653 w 812409"/>
              <a:gd name="connsiteY210" fmla="*/ 440495 h 1564151"/>
              <a:gd name="connsiteX211" fmla="*/ 63304 w 812409"/>
              <a:gd name="connsiteY211" fmla="*/ 408842 h 1564151"/>
              <a:gd name="connsiteX212" fmla="*/ 31653 w 812409"/>
              <a:gd name="connsiteY212" fmla="*/ 377190 h 1564151"/>
              <a:gd name="connsiteX213" fmla="*/ 0 w 812409"/>
              <a:gd name="connsiteY213" fmla="*/ 408842 h 1564151"/>
              <a:gd name="connsiteX214" fmla="*/ 31653 w 812409"/>
              <a:gd name="connsiteY214" fmla="*/ 440495 h 1564151"/>
              <a:gd name="connsiteX215" fmla="*/ 31653 w 812409"/>
              <a:gd name="connsiteY215" fmla="*/ 253218 h 1564151"/>
              <a:gd name="connsiteX216" fmla="*/ 63304 w 812409"/>
              <a:gd name="connsiteY216" fmla="*/ 221566 h 1564151"/>
              <a:gd name="connsiteX217" fmla="*/ 31653 w 812409"/>
              <a:gd name="connsiteY217" fmla="*/ 189914 h 1564151"/>
              <a:gd name="connsiteX218" fmla="*/ 0 w 812409"/>
              <a:gd name="connsiteY218" fmla="*/ 221566 h 1564151"/>
              <a:gd name="connsiteX219" fmla="*/ 31653 w 812409"/>
              <a:gd name="connsiteY219" fmla="*/ 253218 h 1564151"/>
              <a:gd name="connsiteX220" fmla="*/ 31653 w 812409"/>
              <a:gd name="connsiteY220" fmla="*/ 65942 h 1564151"/>
              <a:gd name="connsiteX221" fmla="*/ 63304 w 812409"/>
              <a:gd name="connsiteY221" fmla="*/ 34290 h 1564151"/>
              <a:gd name="connsiteX222" fmla="*/ 31653 w 812409"/>
              <a:gd name="connsiteY222" fmla="*/ 2637 h 1564151"/>
              <a:gd name="connsiteX223" fmla="*/ 0 w 812409"/>
              <a:gd name="connsiteY223" fmla="*/ 34290 h 1564151"/>
              <a:gd name="connsiteX224" fmla="*/ 31653 w 812409"/>
              <a:gd name="connsiteY224" fmla="*/ 65942 h 1564151"/>
            </a:gdLst>
            <a:ahLst/>
            <a:cxnLst/>
            <a:rect l="l" t="t" r="r" b="b"/>
            <a:pathLst>
              <a:path w="812409" h="1564151">
                <a:moveTo>
                  <a:pt x="0" y="1532499"/>
                </a:moveTo>
                <a:cubicBezTo>
                  <a:pt x="0" y="1550963"/>
                  <a:pt x="15826" y="1564151"/>
                  <a:pt x="31653" y="1564151"/>
                </a:cubicBezTo>
                <a:cubicBezTo>
                  <a:pt x="50116" y="1564151"/>
                  <a:pt x="63304" y="1548325"/>
                  <a:pt x="63304" y="1532499"/>
                </a:cubicBezTo>
                <a:cubicBezTo>
                  <a:pt x="63304" y="1516673"/>
                  <a:pt x="47479" y="1500847"/>
                  <a:pt x="31653" y="1500847"/>
                </a:cubicBezTo>
                <a:cubicBezTo>
                  <a:pt x="13188" y="1500847"/>
                  <a:pt x="0" y="1516673"/>
                  <a:pt x="0" y="1532499"/>
                </a:cubicBezTo>
                <a:close/>
                <a:moveTo>
                  <a:pt x="187276" y="1532499"/>
                </a:moveTo>
                <a:cubicBezTo>
                  <a:pt x="187276" y="1550963"/>
                  <a:pt x="203103" y="1564151"/>
                  <a:pt x="218929" y="1564151"/>
                </a:cubicBezTo>
                <a:cubicBezTo>
                  <a:pt x="237392" y="1564151"/>
                  <a:pt x="250581" y="1548325"/>
                  <a:pt x="250581" y="1532499"/>
                </a:cubicBezTo>
                <a:cubicBezTo>
                  <a:pt x="250581" y="1516673"/>
                  <a:pt x="234754" y="1500847"/>
                  <a:pt x="218929" y="1500847"/>
                </a:cubicBezTo>
                <a:cubicBezTo>
                  <a:pt x="200465" y="1500847"/>
                  <a:pt x="187276" y="1516673"/>
                  <a:pt x="187276" y="1532499"/>
                </a:cubicBezTo>
                <a:close/>
                <a:moveTo>
                  <a:pt x="374553" y="1532499"/>
                </a:moveTo>
                <a:cubicBezTo>
                  <a:pt x="374553" y="1550963"/>
                  <a:pt x="390379" y="1564151"/>
                  <a:pt x="406204" y="1564151"/>
                </a:cubicBezTo>
                <a:cubicBezTo>
                  <a:pt x="424669" y="1564151"/>
                  <a:pt x="437857" y="1548325"/>
                  <a:pt x="437857" y="1532499"/>
                </a:cubicBezTo>
                <a:cubicBezTo>
                  <a:pt x="437857" y="1516673"/>
                  <a:pt x="422031" y="1500847"/>
                  <a:pt x="406204" y="1500847"/>
                </a:cubicBezTo>
                <a:cubicBezTo>
                  <a:pt x="387741" y="1500847"/>
                  <a:pt x="374553" y="1516673"/>
                  <a:pt x="374553" y="1532499"/>
                </a:cubicBezTo>
                <a:close/>
                <a:moveTo>
                  <a:pt x="561829" y="1532499"/>
                </a:moveTo>
                <a:cubicBezTo>
                  <a:pt x="561829" y="1550963"/>
                  <a:pt x="577654" y="1564151"/>
                  <a:pt x="593481" y="1564151"/>
                </a:cubicBezTo>
                <a:cubicBezTo>
                  <a:pt x="611945" y="1564151"/>
                  <a:pt x="625133" y="1548325"/>
                  <a:pt x="625133" y="1532499"/>
                </a:cubicBezTo>
                <a:cubicBezTo>
                  <a:pt x="625133" y="1516673"/>
                  <a:pt x="609307" y="1500847"/>
                  <a:pt x="593481" y="1500847"/>
                </a:cubicBezTo>
                <a:cubicBezTo>
                  <a:pt x="575017" y="1500847"/>
                  <a:pt x="561829" y="1516673"/>
                  <a:pt x="561829" y="1532499"/>
                </a:cubicBezTo>
                <a:close/>
                <a:moveTo>
                  <a:pt x="749104" y="1532499"/>
                </a:moveTo>
                <a:cubicBezTo>
                  <a:pt x="749104" y="1550963"/>
                  <a:pt x="764931" y="1564151"/>
                  <a:pt x="780757" y="1564151"/>
                </a:cubicBezTo>
                <a:cubicBezTo>
                  <a:pt x="799221" y="1564151"/>
                  <a:pt x="812410" y="1548325"/>
                  <a:pt x="812410" y="1532499"/>
                </a:cubicBezTo>
                <a:cubicBezTo>
                  <a:pt x="812410" y="1516673"/>
                  <a:pt x="796583" y="1500847"/>
                  <a:pt x="780757" y="1500847"/>
                </a:cubicBezTo>
                <a:cubicBezTo>
                  <a:pt x="764931" y="1500847"/>
                  <a:pt x="749104" y="1516673"/>
                  <a:pt x="749104" y="1532499"/>
                </a:cubicBezTo>
                <a:close/>
                <a:moveTo>
                  <a:pt x="187276" y="1345223"/>
                </a:moveTo>
                <a:cubicBezTo>
                  <a:pt x="187276" y="1363687"/>
                  <a:pt x="203103" y="1376875"/>
                  <a:pt x="218929" y="1376875"/>
                </a:cubicBezTo>
                <a:cubicBezTo>
                  <a:pt x="237392" y="1376875"/>
                  <a:pt x="250581" y="1361049"/>
                  <a:pt x="250581" y="1345223"/>
                </a:cubicBezTo>
                <a:cubicBezTo>
                  <a:pt x="250581" y="1326759"/>
                  <a:pt x="234754" y="1313571"/>
                  <a:pt x="218929" y="1313571"/>
                </a:cubicBezTo>
                <a:cubicBezTo>
                  <a:pt x="200465" y="1313571"/>
                  <a:pt x="187276" y="1326759"/>
                  <a:pt x="187276" y="1345223"/>
                </a:cubicBezTo>
                <a:close/>
                <a:moveTo>
                  <a:pt x="374553" y="1345223"/>
                </a:moveTo>
                <a:cubicBezTo>
                  <a:pt x="374553" y="1363687"/>
                  <a:pt x="390379" y="1376875"/>
                  <a:pt x="406204" y="1376875"/>
                </a:cubicBezTo>
                <a:cubicBezTo>
                  <a:pt x="424669" y="1376875"/>
                  <a:pt x="437857" y="1361049"/>
                  <a:pt x="437857" y="1345223"/>
                </a:cubicBezTo>
                <a:cubicBezTo>
                  <a:pt x="437857" y="1326759"/>
                  <a:pt x="422031" y="1313571"/>
                  <a:pt x="406204" y="1313571"/>
                </a:cubicBezTo>
                <a:cubicBezTo>
                  <a:pt x="387741" y="1313571"/>
                  <a:pt x="374553" y="1326759"/>
                  <a:pt x="374553" y="1345223"/>
                </a:cubicBezTo>
                <a:close/>
                <a:moveTo>
                  <a:pt x="561829" y="1345223"/>
                </a:moveTo>
                <a:cubicBezTo>
                  <a:pt x="561829" y="1363687"/>
                  <a:pt x="577654" y="1376875"/>
                  <a:pt x="593481" y="1376875"/>
                </a:cubicBezTo>
                <a:cubicBezTo>
                  <a:pt x="611945" y="1376875"/>
                  <a:pt x="625133" y="1361049"/>
                  <a:pt x="625133" y="1345223"/>
                </a:cubicBezTo>
                <a:cubicBezTo>
                  <a:pt x="625133" y="1326759"/>
                  <a:pt x="609307" y="1313571"/>
                  <a:pt x="593481" y="1313571"/>
                </a:cubicBezTo>
                <a:cubicBezTo>
                  <a:pt x="575017" y="1313571"/>
                  <a:pt x="561829" y="1326759"/>
                  <a:pt x="561829" y="1345223"/>
                </a:cubicBezTo>
                <a:close/>
                <a:moveTo>
                  <a:pt x="749104" y="1345223"/>
                </a:moveTo>
                <a:cubicBezTo>
                  <a:pt x="749104" y="1363687"/>
                  <a:pt x="764931" y="1376875"/>
                  <a:pt x="780757" y="1376875"/>
                </a:cubicBezTo>
                <a:cubicBezTo>
                  <a:pt x="799221" y="1376875"/>
                  <a:pt x="812410" y="1361049"/>
                  <a:pt x="812410" y="1345223"/>
                </a:cubicBezTo>
                <a:cubicBezTo>
                  <a:pt x="812410" y="1326759"/>
                  <a:pt x="796583" y="1313571"/>
                  <a:pt x="780757" y="1313571"/>
                </a:cubicBezTo>
                <a:cubicBezTo>
                  <a:pt x="764931" y="1313571"/>
                  <a:pt x="749104" y="1326759"/>
                  <a:pt x="749104" y="1345223"/>
                </a:cubicBezTo>
                <a:close/>
                <a:moveTo>
                  <a:pt x="187276" y="1157947"/>
                </a:moveTo>
                <a:cubicBezTo>
                  <a:pt x="187276" y="1176411"/>
                  <a:pt x="203103" y="1189599"/>
                  <a:pt x="218929" y="1189599"/>
                </a:cubicBezTo>
                <a:cubicBezTo>
                  <a:pt x="237392" y="1189599"/>
                  <a:pt x="250581" y="1173773"/>
                  <a:pt x="250581" y="1157947"/>
                </a:cubicBezTo>
                <a:cubicBezTo>
                  <a:pt x="250581" y="1139483"/>
                  <a:pt x="234754" y="1126295"/>
                  <a:pt x="218929" y="1126295"/>
                </a:cubicBezTo>
                <a:cubicBezTo>
                  <a:pt x="200465" y="1126295"/>
                  <a:pt x="187276" y="1139483"/>
                  <a:pt x="187276" y="1157947"/>
                </a:cubicBezTo>
                <a:close/>
                <a:moveTo>
                  <a:pt x="374553" y="1157947"/>
                </a:moveTo>
                <a:cubicBezTo>
                  <a:pt x="374553" y="1176411"/>
                  <a:pt x="390379" y="1189599"/>
                  <a:pt x="406204" y="1189599"/>
                </a:cubicBezTo>
                <a:cubicBezTo>
                  <a:pt x="424669" y="1189599"/>
                  <a:pt x="437857" y="1173773"/>
                  <a:pt x="437857" y="1157947"/>
                </a:cubicBezTo>
                <a:cubicBezTo>
                  <a:pt x="437857" y="1139483"/>
                  <a:pt x="422031" y="1126295"/>
                  <a:pt x="406204" y="1126295"/>
                </a:cubicBezTo>
                <a:cubicBezTo>
                  <a:pt x="387741" y="1126295"/>
                  <a:pt x="374553" y="1139483"/>
                  <a:pt x="374553" y="1157947"/>
                </a:cubicBezTo>
                <a:close/>
                <a:moveTo>
                  <a:pt x="561829" y="1157947"/>
                </a:moveTo>
                <a:cubicBezTo>
                  <a:pt x="561829" y="1176411"/>
                  <a:pt x="577654" y="1189599"/>
                  <a:pt x="593481" y="1189599"/>
                </a:cubicBezTo>
                <a:cubicBezTo>
                  <a:pt x="611945" y="1189599"/>
                  <a:pt x="625133" y="1173773"/>
                  <a:pt x="625133" y="1157947"/>
                </a:cubicBezTo>
                <a:cubicBezTo>
                  <a:pt x="625133" y="1139483"/>
                  <a:pt x="609307" y="1126295"/>
                  <a:pt x="593481" y="1126295"/>
                </a:cubicBezTo>
                <a:cubicBezTo>
                  <a:pt x="575017" y="1126295"/>
                  <a:pt x="561829" y="1139483"/>
                  <a:pt x="561829" y="1157947"/>
                </a:cubicBezTo>
                <a:close/>
                <a:moveTo>
                  <a:pt x="749104" y="1157947"/>
                </a:moveTo>
                <a:cubicBezTo>
                  <a:pt x="749104" y="1176411"/>
                  <a:pt x="764931" y="1189599"/>
                  <a:pt x="780757" y="1189599"/>
                </a:cubicBezTo>
                <a:cubicBezTo>
                  <a:pt x="799221" y="1189599"/>
                  <a:pt x="812410" y="1173773"/>
                  <a:pt x="812410" y="1157947"/>
                </a:cubicBezTo>
                <a:cubicBezTo>
                  <a:pt x="812410" y="1139483"/>
                  <a:pt x="796583" y="1126295"/>
                  <a:pt x="780757" y="1126295"/>
                </a:cubicBezTo>
                <a:cubicBezTo>
                  <a:pt x="764931" y="1126295"/>
                  <a:pt x="749104" y="1139483"/>
                  <a:pt x="749104" y="1157947"/>
                </a:cubicBezTo>
                <a:close/>
                <a:moveTo>
                  <a:pt x="187276" y="970670"/>
                </a:moveTo>
                <a:cubicBezTo>
                  <a:pt x="187276" y="989135"/>
                  <a:pt x="203103" y="1002323"/>
                  <a:pt x="218929" y="1002323"/>
                </a:cubicBezTo>
                <a:cubicBezTo>
                  <a:pt x="237392" y="1002323"/>
                  <a:pt x="250581" y="986497"/>
                  <a:pt x="250581" y="970670"/>
                </a:cubicBezTo>
                <a:cubicBezTo>
                  <a:pt x="250581" y="952207"/>
                  <a:pt x="234754" y="939018"/>
                  <a:pt x="218929" y="939018"/>
                </a:cubicBezTo>
                <a:cubicBezTo>
                  <a:pt x="200465" y="939018"/>
                  <a:pt x="187276" y="952207"/>
                  <a:pt x="187276" y="970670"/>
                </a:cubicBezTo>
                <a:close/>
                <a:moveTo>
                  <a:pt x="374553" y="970670"/>
                </a:moveTo>
                <a:cubicBezTo>
                  <a:pt x="374553" y="989135"/>
                  <a:pt x="390379" y="1002323"/>
                  <a:pt x="406204" y="1002323"/>
                </a:cubicBezTo>
                <a:cubicBezTo>
                  <a:pt x="424669" y="1002323"/>
                  <a:pt x="437857" y="986497"/>
                  <a:pt x="437857" y="970670"/>
                </a:cubicBezTo>
                <a:cubicBezTo>
                  <a:pt x="437857" y="952207"/>
                  <a:pt x="422031" y="939018"/>
                  <a:pt x="406204" y="939018"/>
                </a:cubicBezTo>
                <a:cubicBezTo>
                  <a:pt x="387741" y="939018"/>
                  <a:pt x="374553" y="952207"/>
                  <a:pt x="374553" y="970670"/>
                </a:cubicBezTo>
                <a:close/>
                <a:moveTo>
                  <a:pt x="561829" y="970670"/>
                </a:moveTo>
                <a:cubicBezTo>
                  <a:pt x="561829" y="989135"/>
                  <a:pt x="577654" y="1002323"/>
                  <a:pt x="593481" y="1002323"/>
                </a:cubicBezTo>
                <a:cubicBezTo>
                  <a:pt x="611945" y="1002323"/>
                  <a:pt x="625133" y="986497"/>
                  <a:pt x="625133" y="970670"/>
                </a:cubicBezTo>
                <a:cubicBezTo>
                  <a:pt x="625133" y="952207"/>
                  <a:pt x="609307" y="939018"/>
                  <a:pt x="593481" y="939018"/>
                </a:cubicBezTo>
                <a:cubicBezTo>
                  <a:pt x="575017" y="939018"/>
                  <a:pt x="561829" y="952207"/>
                  <a:pt x="561829" y="970670"/>
                </a:cubicBezTo>
                <a:close/>
                <a:moveTo>
                  <a:pt x="749104" y="970670"/>
                </a:moveTo>
                <a:cubicBezTo>
                  <a:pt x="749104" y="989135"/>
                  <a:pt x="764931" y="1002323"/>
                  <a:pt x="780757" y="1002323"/>
                </a:cubicBezTo>
                <a:cubicBezTo>
                  <a:pt x="799221" y="1002323"/>
                  <a:pt x="812410" y="986497"/>
                  <a:pt x="812410" y="970670"/>
                </a:cubicBezTo>
                <a:cubicBezTo>
                  <a:pt x="812410" y="952207"/>
                  <a:pt x="796583" y="939018"/>
                  <a:pt x="780757" y="939018"/>
                </a:cubicBezTo>
                <a:cubicBezTo>
                  <a:pt x="764931" y="939018"/>
                  <a:pt x="749104" y="952207"/>
                  <a:pt x="749104" y="970670"/>
                </a:cubicBezTo>
                <a:close/>
                <a:moveTo>
                  <a:pt x="187276" y="783395"/>
                </a:moveTo>
                <a:cubicBezTo>
                  <a:pt x="187276" y="801858"/>
                  <a:pt x="203103" y="815047"/>
                  <a:pt x="218929" y="815047"/>
                </a:cubicBezTo>
                <a:cubicBezTo>
                  <a:pt x="237392" y="815047"/>
                  <a:pt x="250581" y="799220"/>
                  <a:pt x="250581" y="783395"/>
                </a:cubicBezTo>
                <a:cubicBezTo>
                  <a:pt x="250581" y="764931"/>
                  <a:pt x="234754" y="751742"/>
                  <a:pt x="218929" y="751742"/>
                </a:cubicBezTo>
                <a:cubicBezTo>
                  <a:pt x="200465" y="751742"/>
                  <a:pt x="187276" y="764931"/>
                  <a:pt x="187276" y="783395"/>
                </a:cubicBezTo>
                <a:close/>
                <a:moveTo>
                  <a:pt x="374553" y="783395"/>
                </a:moveTo>
                <a:cubicBezTo>
                  <a:pt x="374553" y="801858"/>
                  <a:pt x="390379" y="815047"/>
                  <a:pt x="406204" y="815047"/>
                </a:cubicBezTo>
                <a:cubicBezTo>
                  <a:pt x="424669" y="815047"/>
                  <a:pt x="437857" y="799220"/>
                  <a:pt x="437857" y="783395"/>
                </a:cubicBezTo>
                <a:cubicBezTo>
                  <a:pt x="437857" y="764931"/>
                  <a:pt x="422031" y="751742"/>
                  <a:pt x="406204" y="751742"/>
                </a:cubicBezTo>
                <a:cubicBezTo>
                  <a:pt x="387741" y="751742"/>
                  <a:pt x="374553" y="764931"/>
                  <a:pt x="374553" y="783395"/>
                </a:cubicBezTo>
                <a:close/>
                <a:moveTo>
                  <a:pt x="561829" y="783395"/>
                </a:moveTo>
                <a:cubicBezTo>
                  <a:pt x="561829" y="801858"/>
                  <a:pt x="577654" y="815047"/>
                  <a:pt x="593481" y="815047"/>
                </a:cubicBezTo>
                <a:cubicBezTo>
                  <a:pt x="611945" y="815047"/>
                  <a:pt x="625133" y="799220"/>
                  <a:pt x="625133" y="783395"/>
                </a:cubicBezTo>
                <a:cubicBezTo>
                  <a:pt x="625133" y="764931"/>
                  <a:pt x="609307" y="751742"/>
                  <a:pt x="593481" y="751742"/>
                </a:cubicBezTo>
                <a:cubicBezTo>
                  <a:pt x="575017" y="751742"/>
                  <a:pt x="561829" y="764931"/>
                  <a:pt x="561829" y="783395"/>
                </a:cubicBezTo>
                <a:close/>
                <a:moveTo>
                  <a:pt x="749104" y="783395"/>
                </a:moveTo>
                <a:cubicBezTo>
                  <a:pt x="749104" y="801858"/>
                  <a:pt x="764931" y="815047"/>
                  <a:pt x="780757" y="815047"/>
                </a:cubicBezTo>
                <a:cubicBezTo>
                  <a:pt x="799221" y="815047"/>
                  <a:pt x="812410" y="799220"/>
                  <a:pt x="812410" y="783395"/>
                </a:cubicBezTo>
                <a:cubicBezTo>
                  <a:pt x="812410" y="764931"/>
                  <a:pt x="796583" y="751742"/>
                  <a:pt x="780757" y="751742"/>
                </a:cubicBezTo>
                <a:cubicBezTo>
                  <a:pt x="764931" y="751742"/>
                  <a:pt x="749104" y="764931"/>
                  <a:pt x="749104" y="783395"/>
                </a:cubicBezTo>
                <a:close/>
                <a:moveTo>
                  <a:pt x="187276" y="596118"/>
                </a:moveTo>
                <a:cubicBezTo>
                  <a:pt x="187276" y="614582"/>
                  <a:pt x="203103" y="627770"/>
                  <a:pt x="218929" y="627770"/>
                </a:cubicBezTo>
                <a:cubicBezTo>
                  <a:pt x="237392" y="627770"/>
                  <a:pt x="250581" y="611945"/>
                  <a:pt x="250581" y="596118"/>
                </a:cubicBezTo>
                <a:cubicBezTo>
                  <a:pt x="250581" y="580292"/>
                  <a:pt x="234754" y="564466"/>
                  <a:pt x="218929" y="564466"/>
                </a:cubicBezTo>
                <a:cubicBezTo>
                  <a:pt x="200465" y="561828"/>
                  <a:pt x="187276" y="577654"/>
                  <a:pt x="187276" y="596118"/>
                </a:cubicBezTo>
                <a:close/>
                <a:moveTo>
                  <a:pt x="374553" y="596118"/>
                </a:moveTo>
                <a:cubicBezTo>
                  <a:pt x="374553" y="614582"/>
                  <a:pt x="390379" y="627770"/>
                  <a:pt x="406204" y="627770"/>
                </a:cubicBezTo>
                <a:cubicBezTo>
                  <a:pt x="424669" y="627770"/>
                  <a:pt x="437857" y="611945"/>
                  <a:pt x="437857" y="596118"/>
                </a:cubicBezTo>
                <a:cubicBezTo>
                  <a:pt x="437857" y="580292"/>
                  <a:pt x="422031" y="564466"/>
                  <a:pt x="406204" y="564466"/>
                </a:cubicBezTo>
                <a:cubicBezTo>
                  <a:pt x="387741" y="561828"/>
                  <a:pt x="374553" y="577654"/>
                  <a:pt x="374553" y="596118"/>
                </a:cubicBezTo>
                <a:close/>
                <a:moveTo>
                  <a:pt x="561829" y="596118"/>
                </a:moveTo>
                <a:cubicBezTo>
                  <a:pt x="561829" y="614582"/>
                  <a:pt x="577654" y="627770"/>
                  <a:pt x="593481" y="627770"/>
                </a:cubicBezTo>
                <a:cubicBezTo>
                  <a:pt x="611945" y="627770"/>
                  <a:pt x="625133" y="611945"/>
                  <a:pt x="625133" y="596118"/>
                </a:cubicBezTo>
                <a:cubicBezTo>
                  <a:pt x="625133" y="580292"/>
                  <a:pt x="609307" y="564466"/>
                  <a:pt x="593481" y="564466"/>
                </a:cubicBezTo>
                <a:cubicBezTo>
                  <a:pt x="575017" y="561828"/>
                  <a:pt x="561829" y="577654"/>
                  <a:pt x="561829" y="596118"/>
                </a:cubicBezTo>
                <a:close/>
                <a:moveTo>
                  <a:pt x="749104" y="596118"/>
                </a:moveTo>
                <a:cubicBezTo>
                  <a:pt x="749104" y="614582"/>
                  <a:pt x="764931" y="627770"/>
                  <a:pt x="780757" y="627770"/>
                </a:cubicBezTo>
                <a:cubicBezTo>
                  <a:pt x="799221" y="627770"/>
                  <a:pt x="812410" y="611945"/>
                  <a:pt x="812410" y="596118"/>
                </a:cubicBezTo>
                <a:cubicBezTo>
                  <a:pt x="812410" y="580292"/>
                  <a:pt x="796583" y="564466"/>
                  <a:pt x="780757" y="564466"/>
                </a:cubicBezTo>
                <a:cubicBezTo>
                  <a:pt x="764931" y="561828"/>
                  <a:pt x="749104" y="577654"/>
                  <a:pt x="749104" y="596118"/>
                </a:cubicBezTo>
                <a:close/>
                <a:moveTo>
                  <a:pt x="187276" y="408842"/>
                </a:moveTo>
                <a:cubicBezTo>
                  <a:pt x="187276" y="427306"/>
                  <a:pt x="203103" y="440495"/>
                  <a:pt x="218929" y="440495"/>
                </a:cubicBezTo>
                <a:cubicBezTo>
                  <a:pt x="237392" y="440495"/>
                  <a:pt x="250581" y="424668"/>
                  <a:pt x="250581" y="408842"/>
                </a:cubicBezTo>
                <a:cubicBezTo>
                  <a:pt x="250581" y="390378"/>
                  <a:pt x="234754" y="377190"/>
                  <a:pt x="218929" y="377190"/>
                </a:cubicBezTo>
                <a:cubicBezTo>
                  <a:pt x="200465" y="374552"/>
                  <a:pt x="187276" y="390378"/>
                  <a:pt x="187276" y="408842"/>
                </a:cubicBezTo>
                <a:close/>
                <a:moveTo>
                  <a:pt x="374553" y="408842"/>
                </a:moveTo>
                <a:cubicBezTo>
                  <a:pt x="374553" y="427306"/>
                  <a:pt x="390379" y="440495"/>
                  <a:pt x="406204" y="440495"/>
                </a:cubicBezTo>
                <a:cubicBezTo>
                  <a:pt x="424669" y="440495"/>
                  <a:pt x="437857" y="424668"/>
                  <a:pt x="437857" y="408842"/>
                </a:cubicBezTo>
                <a:cubicBezTo>
                  <a:pt x="437857" y="390378"/>
                  <a:pt x="422031" y="377190"/>
                  <a:pt x="406204" y="377190"/>
                </a:cubicBezTo>
                <a:cubicBezTo>
                  <a:pt x="387741" y="374552"/>
                  <a:pt x="374553" y="390378"/>
                  <a:pt x="374553" y="408842"/>
                </a:cubicBezTo>
                <a:close/>
                <a:moveTo>
                  <a:pt x="561829" y="408842"/>
                </a:moveTo>
                <a:cubicBezTo>
                  <a:pt x="561829" y="427306"/>
                  <a:pt x="577654" y="440495"/>
                  <a:pt x="593481" y="440495"/>
                </a:cubicBezTo>
                <a:cubicBezTo>
                  <a:pt x="611945" y="440495"/>
                  <a:pt x="625133" y="424668"/>
                  <a:pt x="625133" y="408842"/>
                </a:cubicBezTo>
                <a:cubicBezTo>
                  <a:pt x="625133" y="390378"/>
                  <a:pt x="609307" y="377190"/>
                  <a:pt x="593481" y="377190"/>
                </a:cubicBezTo>
                <a:cubicBezTo>
                  <a:pt x="575017" y="374552"/>
                  <a:pt x="561829" y="390378"/>
                  <a:pt x="561829" y="408842"/>
                </a:cubicBezTo>
                <a:close/>
                <a:moveTo>
                  <a:pt x="749104" y="408842"/>
                </a:moveTo>
                <a:cubicBezTo>
                  <a:pt x="749104" y="427306"/>
                  <a:pt x="764931" y="440495"/>
                  <a:pt x="780757" y="440495"/>
                </a:cubicBezTo>
                <a:cubicBezTo>
                  <a:pt x="799221" y="440495"/>
                  <a:pt x="812410" y="424668"/>
                  <a:pt x="812410" y="408842"/>
                </a:cubicBezTo>
                <a:cubicBezTo>
                  <a:pt x="812410" y="390378"/>
                  <a:pt x="796583" y="377190"/>
                  <a:pt x="780757" y="377190"/>
                </a:cubicBezTo>
                <a:cubicBezTo>
                  <a:pt x="764931" y="374552"/>
                  <a:pt x="749104" y="390378"/>
                  <a:pt x="749104" y="408842"/>
                </a:cubicBezTo>
                <a:close/>
                <a:moveTo>
                  <a:pt x="187276" y="218928"/>
                </a:moveTo>
                <a:cubicBezTo>
                  <a:pt x="187276" y="237392"/>
                  <a:pt x="203103" y="250581"/>
                  <a:pt x="218929" y="250581"/>
                </a:cubicBezTo>
                <a:cubicBezTo>
                  <a:pt x="237392" y="250581"/>
                  <a:pt x="250581" y="234754"/>
                  <a:pt x="250581" y="218928"/>
                </a:cubicBezTo>
                <a:cubicBezTo>
                  <a:pt x="250581" y="200464"/>
                  <a:pt x="234754" y="187276"/>
                  <a:pt x="218929" y="187276"/>
                </a:cubicBezTo>
                <a:cubicBezTo>
                  <a:pt x="200465" y="187276"/>
                  <a:pt x="187276" y="203102"/>
                  <a:pt x="187276" y="218928"/>
                </a:cubicBezTo>
                <a:close/>
                <a:moveTo>
                  <a:pt x="374553" y="218928"/>
                </a:moveTo>
                <a:cubicBezTo>
                  <a:pt x="374553" y="237392"/>
                  <a:pt x="390379" y="250581"/>
                  <a:pt x="406204" y="250581"/>
                </a:cubicBezTo>
                <a:cubicBezTo>
                  <a:pt x="424669" y="250581"/>
                  <a:pt x="437857" y="234754"/>
                  <a:pt x="437857" y="218928"/>
                </a:cubicBezTo>
                <a:cubicBezTo>
                  <a:pt x="437857" y="200464"/>
                  <a:pt x="422031" y="187276"/>
                  <a:pt x="406204" y="187276"/>
                </a:cubicBezTo>
                <a:cubicBezTo>
                  <a:pt x="387741" y="187276"/>
                  <a:pt x="374553" y="203102"/>
                  <a:pt x="374553" y="218928"/>
                </a:cubicBezTo>
                <a:close/>
                <a:moveTo>
                  <a:pt x="561829" y="218928"/>
                </a:moveTo>
                <a:cubicBezTo>
                  <a:pt x="561829" y="237392"/>
                  <a:pt x="577654" y="250581"/>
                  <a:pt x="593481" y="250581"/>
                </a:cubicBezTo>
                <a:cubicBezTo>
                  <a:pt x="611945" y="250581"/>
                  <a:pt x="625133" y="234754"/>
                  <a:pt x="625133" y="218928"/>
                </a:cubicBezTo>
                <a:cubicBezTo>
                  <a:pt x="625133" y="200464"/>
                  <a:pt x="609307" y="187276"/>
                  <a:pt x="593481" y="187276"/>
                </a:cubicBezTo>
                <a:cubicBezTo>
                  <a:pt x="575017" y="187276"/>
                  <a:pt x="561829" y="203102"/>
                  <a:pt x="561829" y="218928"/>
                </a:cubicBezTo>
                <a:close/>
                <a:moveTo>
                  <a:pt x="749104" y="218928"/>
                </a:moveTo>
                <a:cubicBezTo>
                  <a:pt x="749104" y="237392"/>
                  <a:pt x="764931" y="250581"/>
                  <a:pt x="780757" y="250581"/>
                </a:cubicBezTo>
                <a:cubicBezTo>
                  <a:pt x="799221" y="250581"/>
                  <a:pt x="812410" y="234754"/>
                  <a:pt x="812410" y="218928"/>
                </a:cubicBezTo>
                <a:cubicBezTo>
                  <a:pt x="812410" y="200464"/>
                  <a:pt x="796583" y="187276"/>
                  <a:pt x="780757" y="187276"/>
                </a:cubicBezTo>
                <a:cubicBezTo>
                  <a:pt x="764931" y="187276"/>
                  <a:pt x="749104" y="203102"/>
                  <a:pt x="749104" y="218928"/>
                </a:cubicBezTo>
                <a:close/>
                <a:moveTo>
                  <a:pt x="187276" y="31652"/>
                </a:moveTo>
                <a:cubicBezTo>
                  <a:pt x="187276" y="50116"/>
                  <a:pt x="203103" y="63304"/>
                  <a:pt x="218929" y="63304"/>
                </a:cubicBezTo>
                <a:cubicBezTo>
                  <a:pt x="237392" y="63304"/>
                  <a:pt x="250581" y="47478"/>
                  <a:pt x="250581" y="31652"/>
                </a:cubicBezTo>
                <a:cubicBezTo>
                  <a:pt x="250581" y="15826"/>
                  <a:pt x="234754" y="0"/>
                  <a:pt x="218929" y="0"/>
                </a:cubicBezTo>
                <a:cubicBezTo>
                  <a:pt x="200465" y="0"/>
                  <a:pt x="187276" y="15826"/>
                  <a:pt x="187276" y="31652"/>
                </a:cubicBezTo>
                <a:close/>
                <a:moveTo>
                  <a:pt x="374553" y="31652"/>
                </a:moveTo>
                <a:cubicBezTo>
                  <a:pt x="374553" y="50116"/>
                  <a:pt x="390379" y="63304"/>
                  <a:pt x="406204" y="63304"/>
                </a:cubicBezTo>
                <a:cubicBezTo>
                  <a:pt x="424669" y="63304"/>
                  <a:pt x="437857" y="47478"/>
                  <a:pt x="437857" y="31652"/>
                </a:cubicBezTo>
                <a:cubicBezTo>
                  <a:pt x="437857" y="15826"/>
                  <a:pt x="422031" y="0"/>
                  <a:pt x="406204" y="0"/>
                </a:cubicBezTo>
                <a:cubicBezTo>
                  <a:pt x="387741" y="0"/>
                  <a:pt x="374553" y="15826"/>
                  <a:pt x="374553" y="31652"/>
                </a:cubicBezTo>
                <a:close/>
                <a:moveTo>
                  <a:pt x="561829" y="31652"/>
                </a:moveTo>
                <a:cubicBezTo>
                  <a:pt x="561829" y="50116"/>
                  <a:pt x="577654" y="63304"/>
                  <a:pt x="593481" y="63304"/>
                </a:cubicBezTo>
                <a:cubicBezTo>
                  <a:pt x="611945" y="63304"/>
                  <a:pt x="625133" y="47478"/>
                  <a:pt x="625133" y="31652"/>
                </a:cubicBezTo>
                <a:cubicBezTo>
                  <a:pt x="625133" y="15826"/>
                  <a:pt x="609307" y="0"/>
                  <a:pt x="593481" y="0"/>
                </a:cubicBezTo>
                <a:cubicBezTo>
                  <a:pt x="575017" y="0"/>
                  <a:pt x="561829" y="15826"/>
                  <a:pt x="561829" y="31652"/>
                </a:cubicBezTo>
                <a:close/>
                <a:moveTo>
                  <a:pt x="749104" y="31652"/>
                </a:moveTo>
                <a:cubicBezTo>
                  <a:pt x="749104" y="50116"/>
                  <a:pt x="764931" y="63304"/>
                  <a:pt x="780757" y="63304"/>
                </a:cubicBezTo>
                <a:cubicBezTo>
                  <a:pt x="799221" y="63304"/>
                  <a:pt x="812410" y="47478"/>
                  <a:pt x="812410" y="31652"/>
                </a:cubicBezTo>
                <a:cubicBezTo>
                  <a:pt x="812410" y="15826"/>
                  <a:pt x="796583" y="0"/>
                  <a:pt x="780757" y="0"/>
                </a:cubicBezTo>
                <a:cubicBezTo>
                  <a:pt x="764931" y="0"/>
                  <a:pt x="749104" y="15826"/>
                  <a:pt x="749104" y="31652"/>
                </a:cubicBezTo>
                <a:close/>
                <a:moveTo>
                  <a:pt x="31653" y="1379513"/>
                </a:moveTo>
                <a:cubicBezTo>
                  <a:pt x="50116" y="1379513"/>
                  <a:pt x="63304" y="1363687"/>
                  <a:pt x="63304" y="1347861"/>
                </a:cubicBezTo>
                <a:cubicBezTo>
                  <a:pt x="63304" y="1329397"/>
                  <a:pt x="47479" y="1316208"/>
                  <a:pt x="31653" y="1316208"/>
                </a:cubicBezTo>
                <a:cubicBezTo>
                  <a:pt x="13188" y="1316208"/>
                  <a:pt x="0" y="1332035"/>
                  <a:pt x="0" y="1347861"/>
                </a:cubicBezTo>
                <a:cubicBezTo>
                  <a:pt x="0" y="1363687"/>
                  <a:pt x="13188" y="1379513"/>
                  <a:pt x="31653" y="1379513"/>
                </a:cubicBezTo>
                <a:close/>
                <a:moveTo>
                  <a:pt x="31653" y="1189599"/>
                </a:moveTo>
                <a:cubicBezTo>
                  <a:pt x="50116" y="1189599"/>
                  <a:pt x="63304" y="1173773"/>
                  <a:pt x="63304" y="1157947"/>
                </a:cubicBezTo>
                <a:cubicBezTo>
                  <a:pt x="63304" y="1139483"/>
                  <a:pt x="47479" y="1126295"/>
                  <a:pt x="31653" y="1126295"/>
                </a:cubicBezTo>
                <a:cubicBezTo>
                  <a:pt x="13188" y="1126295"/>
                  <a:pt x="0" y="1142121"/>
                  <a:pt x="0" y="1157947"/>
                </a:cubicBezTo>
                <a:cubicBezTo>
                  <a:pt x="0" y="1176411"/>
                  <a:pt x="13188" y="1189599"/>
                  <a:pt x="31653" y="1189599"/>
                </a:cubicBezTo>
                <a:close/>
                <a:moveTo>
                  <a:pt x="31653" y="1002323"/>
                </a:moveTo>
                <a:cubicBezTo>
                  <a:pt x="50116" y="1002323"/>
                  <a:pt x="63304" y="986497"/>
                  <a:pt x="63304" y="970670"/>
                </a:cubicBezTo>
                <a:cubicBezTo>
                  <a:pt x="63304" y="952207"/>
                  <a:pt x="47479" y="939018"/>
                  <a:pt x="31653" y="939018"/>
                </a:cubicBezTo>
                <a:cubicBezTo>
                  <a:pt x="13188" y="939018"/>
                  <a:pt x="0" y="954845"/>
                  <a:pt x="0" y="970670"/>
                </a:cubicBezTo>
                <a:cubicBezTo>
                  <a:pt x="0" y="989135"/>
                  <a:pt x="13188" y="1002323"/>
                  <a:pt x="31653" y="1002323"/>
                </a:cubicBezTo>
                <a:close/>
                <a:moveTo>
                  <a:pt x="31653" y="815047"/>
                </a:moveTo>
                <a:cubicBezTo>
                  <a:pt x="50116" y="815047"/>
                  <a:pt x="63304" y="799220"/>
                  <a:pt x="63304" y="783395"/>
                </a:cubicBezTo>
                <a:cubicBezTo>
                  <a:pt x="63304" y="764931"/>
                  <a:pt x="47479" y="751742"/>
                  <a:pt x="31653" y="751742"/>
                </a:cubicBezTo>
                <a:cubicBezTo>
                  <a:pt x="13188" y="751742"/>
                  <a:pt x="0" y="767568"/>
                  <a:pt x="0" y="783395"/>
                </a:cubicBezTo>
                <a:cubicBezTo>
                  <a:pt x="0" y="801858"/>
                  <a:pt x="13188" y="815047"/>
                  <a:pt x="31653" y="815047"/>
                </a:cubicBezTo>
                <a:close/>
                <a:moveTo>
                  <a:pt x="31653" y="627770"/>
                </a:moveTo>
                <a:cubicBezTo>
                  <a:pt x="50116" y="627770"/>
                  <a:pt x="63304" y="611945"/>
                  <a:pt x="63304" y="596118"/>
                </a:cubicBezTo>
                <a:cubicBezTo>
                  <a:pt x="63304" y="580292"/>
                  <a:pt x="47479" y="564466"/>
                  <a:pt x="31653" y="564466"/>
                </a:cubicBezTo>
                <a:cubicBezTo>
                  <a:pt x="13188" y="564466"/>
                  <a:pt x="0" y="580292"/>
                  <a:pt x="0" y="596118"/>
                </a:cubicBezTo>
                <a:cubicBezTo>
                  <a:pt x="0" y="611945"/>
                  <a:pt x="13188" y="627770"/>
                  <a:pt x="31653" y="627770"/>
                </a:cubicBezTo>
                <a:close/>
                <a:moveTo>
                  <a:pt x="31653" y="440495"/>
                </a:moveTo>
                <a:cubicBezTo>
                  <a:pt x="50116" y="440495"/>
                  <a:pt x="63304" y="424668"/>
                  <a:pt x="63304" y="408842"/>
                </a:cubicBezTo>
                <a:cubicBezTo>
                  <a:pt x="63304" y="390378"/>
                  <a:pt x="47479" y="377190"/>
                  <a:pt x="31653" y="377190"/>
                </a:cubicBezTo>
                <a:cubicBezTo>
                  <a:pt x="13188" y="377190"/>
                  <a:pt x="0" y="393016"/>
                  <a:pt x="0" y="408842"/>
                </a:cubicBezTo>
                <a:cubicBezTo>
                  <a:pt x="0" y="424668"/>
                  <a:pt x="13188" y="440495"/>
                  <a:pt x="31653" y="440495"/>
                </a:cubicBezTo>
                <a:close/>
                <a:moveTo>
                  <a:pt x="31653" y="253218"/>
                </a:moveTo>
                <a:cubicBezTo>
                  <a:pt x="50116" y="253218"/>
                  <a:pt x="63304" y="237392"/>
                  <a:pt x="63304" y="221566"/>
                </a:cubicBezTo>
                <a:cubicBezTo>
                  <a:pt x="63304" y="203102"/>
                  <a:pt x="47479" y="189914"/>
                  <a:pt x="31653" y="189914"/>
                </a:cubicBezTo>
                <a:cubicBezTo>
                  <a:pt x="13188" y="189914"/>
                  <a:pt x="0" y="205740"/>
                  <a:pt x="0" y="221566"/>
                </a:cubicBezTo>
                <a:cubicBezTo>
                  <a:pt x="0" y="237392"/>
                  <a:pt x="13188" y="253218"/>
                  <a:pt x="31653" y="253218"/>
                </a:cubicBezTo>
                <a:close/>
                <a:moveTo>
                  <a:pt x="31653" y="65942"/>
                </a:moveTo>
                <a:cubicBezTo>
                  <a:pt x="50116" y="65942"/>
                  <a:pt x="63304" y="50116"/>
                  <a:pt x="63304" y="34290"/>
                </a:cubicBezTo>
                <a:cubicBezTo>
                  <a:pt x="63304" y="18464"/>
                  <a:pt x="47479" y="2637"/>
                  <a:pt x="31653" y="2637"/>
                </a:cubicBezTo>
                <a:cubicBezTo>
                  <a:pt x="13188" y="2637"/>
                  <a:pt x="0" y="18464"/>
                  <a:pt x="0" y="34290"/>
                </a:cubicBezTo>
                <a:cubicBezTo>
                  <a:pt x="0" y="50116"/>
                  <a:pt x="13188" y="65942"/>
                  <a:pt x="31653" y="65942"/>
                </a:cubicBezTo>
                <a:close/>
              </a:path>
            </a:pathLst>
          </a:custGeom>
          <a:gradFill>
            <a:gsLst>
              <a:gs pos="0">
                <a:schemeClr val="bg1"/>
              </a:gs>
              <a:gs pos="100000">
                <a:schemeClr val="bg1">
                  <a:alpha val="0"/>
                </a:schemeClr>
              </a:gs>
            </a:gsLst>
            <a:lin ang="2700000" scaled="0"/>
          </a:gradFill>
          <a:ln w="26366" cap="flat">
            <a:noFill/>
            <a:miter/>
          </a:ln>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flipV="1">
            <a:off x="1210501" y="4666043"/>
            <a:ext cx="5388539" cy="43809"/>
          </a:xfrm>
          <a:prstGeom prst="rect">
            <a:avLst/>
          </a:prstGeom>
          <a:gradFill>
            <a:gsLst>
              <a:gs pos="0">
                <a:schemeClr val="bg1">
                  <a:alpha val="0"/>
                </a:schemeClr>
              </a:gs>
              <a:gs pos="100000">
                <a:schemeClr val="accent1">
                  <a:alpha val="100000"/>
                </a:schemeClr>
              </a:gs>
            </a:gsLst>
            <a:lin ang="10800000" scaled="0"/>
          </a:gradFill>
          <a:ln>
            <a:noFill/>
          </a:ln>
        </p:spPr>
        <p:txBody>
          <a:bodyPr vert="horz" wrap="square" lIns="0" tIns="0" rIns="0" bIns="0" rtlCol="0" anchor="ctr"/>
          <a:lstStyle/>
          <a:p>
            <a:pPr algn="ctr">
              <a:lnSpc>
                <a:spcPct val="100000"/>
              </a:lnSpc>
            </a:pPr>
            <a:endParaRPr kumimoji="1" lang="zh-CN" altLang="en-US"/>
          </a:p>
        </p:txBody>
      </p:sp>
      <p:sp>
        <p:nvSpPr>
          <p:cNvPr id="15" name="标题 1"/>
          <p:cNvSpPr txBox="1"/>
          <p:nvPr/>
        </p:nvSpPr>
        <p:spPr>
          <a:xfrm flipH="1">
            <a:off x="685343" y="4615740"/>
            <a:ext cx="428087" cy="144416"/>
          </a:xfrm>
          <a:custGeom>
            <a:avLst/>
            <a:gdLst>
              <a:gd name="connsiteX0" fmla="*/ 115668 w 372298"/>
              <a:gd name="connsiteY0" fmla="*/ 0 h 125596"/>
              <a:gd name="connsiteX1" fmla="*/ 23133 w 372298"/>
              <a:gd name="connsiteY1" fmla="*/ 0 h 125596"/>
              <a:gd name="connsiteX2" fmla="*/ 0 w 372298"/>
              <a:gd name="connsiteY2" fmla="*/ 125596 h 125596"/>
              <a:gd name="connsiteX3" fmla="*/ 92534 w 372298"/>
              <a:gd name="connsiteY3" fmla="*/ 125596 h 125596"/>
              <a:gd name="connsiteX4" fmla="*/ 243983 w 372298"/>
              <a:gd name="connsiteY4" fmla="*/ 0 h 125596"/>
              <a:gd name="connsiteX5" fmla="*/ 151448 w 372298"/>
              <a:gd name="connsiteY5" fmla="*/ 0 h 125596"/>
              <a:gd name="connsiteX6" fmla="*/ 128315 w 372298"/>
              <a:gd name="connsiteY6" fmla="*/ 125596 h 125596"/>
              <a:gd name="connsiteX7" fmla="*/ 220849 w 372298"/>
              <a:gd name="connsiteY7" fmla="*/ 125596 h 125596"/>
              <a:gd name="connsiteX8" fmla="*/ 372298 w 372298"/>
              <a:gd name="connsiteY8" fmla="*/ 0 h 125596"/>
              <a:gd name="connsiteX9" fmla="*/ 279764 w 372298"/>
              <a:gd name="connsiteY9" fmla="*/ 0 h 125596"/>
              <a:gd name="connsiteX10" fmla="*/ 256630 w 372298"/>
              <a:gd name="connsiteY10" fmla="*/ 125596 h 125596"/>
              <a:gd name="connsiteX11" fmla="*/ 349165 w 372298"/>
              <a:gd name="connsiteY11" fmla="*/ 125596 h 125596"/>
            </a:gdLst>
            <a:ahLst/>
            <a:cxnLst/>
            <a:rect l="l" t="t" r="r" b="b"/>
            <a:pathLst>
              <a:path w="372298" h="125596">
                <a:moveTo>
                  <a:pt x="115668" y="0"/>
                </a:moveTo>
                <a:lnTo>
                  <a:pt x="23133" y="0"/>
                </a:lnTo>
                <a:lnTo>
                  <a:pt x="0" y="125596"/>
                </a:lnTo>
                <a:lnTo>
                  <a:pt x="92534" y="125596"/>
                </a:lnTo>
                <a:close/>
                <a:moveTo>
                  <a:pt x="243983" y="0"/>
                </a:moveTo>
                <a:lnTo>
                  <a:pt x="151448" y="0"/>
                </a:lnTo>
                <a:lnTo>
                  <a:pt x="128315" y="125596"/>
                </a:lnTo>
                <a:lnTo>
                  <a:pt x="220849" y="125596"/>
                </a:lnTo>
                <a:close/>
                <a:moveTo>
                  <a:pt x="372298" y="0"/>
                </a:moveTo>
                <a:lnTo>
                  <a:pt x="279764" y="0"/>
                </a:lnTo>
                <a:lnTo>
                  <a:pt x="256630" y="125596"/>
                </a:lnTo>
                <a:lnTo>
                  <a:pt x="349165" y="125596"/>
                </a:lnTo>
                <a:close/>
              </a:path>
            </a:pathLst>
          </a:custGeom>
          <a:solidFill>
            <a:schemeClr val="accent1"/>
          </a:solidFill>
          <a:ln w="12700" cap="sq">
            <a:noFill/>
            <a:miter/>
          </a:ln>
        </p:spPr>
        <p:txBody>
          <a:bodyPr vert="horz" wrap="square" lIns="0" tIns="0" rIns="0" bIns="0" rtlCol="0" anchor="ctr"/>
          <a:lstStyle/>
          <a:p>
            <a:pPr algn="ctr">
              <a:lnSpc>
                <a:spcPct val="110000"/>
              </a:lnSpc>
            </a:pPr>
            <a:endParaRPr kumimoji="1" lang="zh-CN" altLang="en-US"/>
          </a:p>
        </p:txBody>
      </p:sp>
      <p:sp>
        <p:nvSpPr>
          <p:cNvPr id="16" name="11"/>
          <p:cNvSpPr txBox="1"/>
          <p:nvPr/>
        </p:nvSpPr>
        <p:spPr>
          <a:xfrm>
            <a:off x="1299845" y="5054600"/>
            <a:ext cx="5767705" cy="628015"/>
          </a:xfrm>
          <a:prstGeom prst="roundRect">
            <a:avLst/>
          </a:prstGeom>
          <a:solidFill>
            <a:schemeClr val="bg1"/>
          </a:solidFill>
          <a:ln w="12700" cap="sq">
            <a:noFill/>
            <a:prstDash val="solid"/>
            <a:miter/>
          </a:ln>
          <a:effectLst>
            <a:outerShdw blurRad="127000" sx="102000" sy="102000" algn="ctr" rotWithShape="0">
              <a:schemeClr val="tx1">
                <a:lumMod val="65000"/>
                <a:lumOff val="35000"/>
                <a:alpha val="20000"/>
              </a:schemeClr>
            </a:outerShdw>
          </a:effectLst>
        </p:spPr>
        <p:txBody>
          <a:bodyPr vert="horz" wrap="square" lIns="91440" tIns="45720" rIns="91440" bIns="45720" rtlCol="0" anchor="ctr"/>
          <a:lstStyle/>
          <a:p>
            <a:pPr algn="l">
              <a:lnSpc>
                <a:spcPct val="100000"/>
              </a:lnSpc>
            </a:pPr>
            <a:r>
              <a:rPr kumimoji="1" lang="en-US" altLang="zh-CN"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sym typeface="+mn-ea"/>
              </a:rPr>
              <a:t>汇报人: 岑波-武汉脑科</a:t>
            </a:r>
            <a:r>
              <a:rPr kumimoji="1" lang="zh-CN" altLang="en-US"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sym typeface="+mn-ea"/>
              </a:rPr>
              <a:t>医院</a:t>
            </a:r>
            <a:r>
              <a:rPr kumimoji="1" lang="en-US" altLang="zh-CN"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kumimoji="1" lang="zh-CN" altLang="en-US"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sym typeface="+mn-ea"/>
              </a:rPr>
              <a:t>时间</a:t>
            </a:r>
            <a:r>
              <a:rPr kumimoji="1" lang="en-US" altLang="zh-CN"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endParaRPr kumimoji="1" lang="en-US" altLang="zh-CN"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17" name="16"/>
          <p:cNvSpPr txBox="1"/>
          <p:nvPr/>
        </p:nvSpPr>
        <p:spPr>
          <a:xfrm>
            <a:off x="668833" y="5054439"/>
            <a:ext cx="631923" cy="627886"/>
          </a:xfrm>
          <a:custGeom>
            <a:avLst/>
            <a:gdLst>
              <a:gd name="connsiteX0" fmla="*/ 107045 w 623291"/>
              <a:gd name="connsiteY0" fmla="*/ 0 h 642258"/>
              <a:gd name="connsiteX1" fmla="*/ 623291 w 623291"/>
              <a:gd name="connsiteY1" fmla="*/ 0 h 642258"/>
              <a:gd name="connsiteX2" fmla="*/ 623291 w 623291"/>
              <a:gd name="connsiteY2" fmla="*/ 642258 h 642258"/>
              <a:gd name="connsiteX3" fmla="*/ 107045 w 623291"/>
              <a:gd name="connsiteY3" fmla="*/ 642258 h 642258"/>
              <a:gd name="connsiteX4" fmla="*/ 0 w 623291"/>
              <a:gd name="connsiteY4" fmla="*/ 535213 h 642258"/>
              <a:gd name="connsiteX5" fmla="*/ 0 w 623291"/>
              <a:gd name="connsiteY5" fmla="*/ 107045 h 642258"/>
              <a:gd name="connsiteX6" fmla="*/ 107045 w 623291"/>
              <a:gd name="connsiteY6" fmla="*/ 0 h 642258"/>
            </a:gdLst>
            <a:ahLst/>
            <a:cxnLst/>
            <a:rect l="l" t="t" r="r" b="b"/>
            <a:pathLst>
              <a:path w="623291" h="642258">
                <a:moveTo>
                  <a:pt x="107045" y="0"/>
                </a:moveTo>
                <a:lnTo>
                  <a:pt x="623291" y="0"/>
                </a:lnTo>
                <a:lnTo>
                  <a:pt x="623291" y="642258"/>
                </a:lnTo>
                <a:lnTo>
                  <a:pt x="107045" y="642258"/>
                </a:lnTo>
                <a:cubicBezTo>
                  <a:pt x="47926" y="642258"/>
                  <a:pt x="0" y="594332"/>
                  <a:pt x="0" y="535213"/>
                </a:cubicBezTo>
                <a:lnTo>
                  <a:pt x="0" y="107045"/>
                </a:lnTo>
                <a:cubicBezTo>
                  <a:pt x="0" y="47926"/>
                  <a:pt x="47926" y="0"/>
                  <a:pt x="107045" y="0"/>
                </a:cubicBezTo>
                <a:close/>
              </a:path>
            </a:pathLst>
          </a:custGeom>
          <a:solidFill>
            <a:schemeClr val="accent1"/>
          </a:solidFill>
          <a:ln w="12700"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685165" y="2393950"/>
            <a:ext cx="6567805" cy="1692275"/>
          </a:xfrm>
          <a:prstGeom prst="rect">
            <a:avLst/>
          </a:prstGeom>
          <a:noFill/>
        </p:spPr>
        <p:txBody>
          <a:bodyPr vert="horz" wrap="square" lIns="0" tIns="0" rIns="0" bIns="0" rtlCol="0" anchor="t">
            <a:spAutoFit/>
          </a:bodyPr>
          <a:lstStyle/>
          <a:p>
            <a:pPr algn="l">
              <a:lnSpc>
                <a:spcPct val="100000"/>
              </a:lnSpc>
            </a:pPr>
            <a:r>
              <a:rPr lang="zh-CN" altLang="en-US" sz="5500">
                <a:solidFill>
                  <a:schemeClr val="accent1"/>
                </a:solidFill>
                <a:effectLst>
                  <a:outerShdw blurRad="38100" dist="25400" dir="5400000" algn="ctr" rotWithShape="0">
                    <a:srgbClr val="6E747A">
                      <a:alpha val="43000"/>
                    </a:srgbClr>
                  </a:outerShdw>
                </a:effectLst>
                <a:sym typeface="+mn-ea"/>
              </a:rPr>
              <a:t>Kawase入路解剖及</a:t>
            </a:r>
            <a:endParaRPr lang="zh-CN" altLang="en-US" sz="5500">
              <a:solidFill>
                <a:schemeClr val="accent1"/>
              </a:solidFill>
              <a:effectLst>
                <a:outerShdw blurRad="38100" dist="25400" dir="5400000" algn="ctr" rotWithShape="0">
                  <a:srgbClr val="6E747A">
                    <a:alpha val="43000"/>
                  </a:srgbClr>
                </a:outerShdw>
              </a:effectLst>
              <a:sym typeface="+mn-ea"/>
            </a:endParaRPr>
          </a:p>
          <a:p>
            <a:pPr algn="l">
              <a:lnSpc>
                <a:spcPct val="100000"/>
              </a:lnSpc>
            </a:pPr>
            <a:r>
              <a:rPr lang="zh-CN" altLang="en-US" sz="5500">
                <a:solidFill>
                  <a:schemeClr val="accent1"/>
                </a:solidFill>
                <a:effectLst>
                  <a:outerShdw blurRad="38100" dist="25400" dir="5400000" algn="ctr" rotWithShape="0">
                    <a:srgbClr val="6E747A">
                      <a:alpha val="43000"/>
                    </a:srgbClr>
                  </a:outerShdw>
                </a:effectLst>
                <a:sym typeface="+mn-ea"/>
              </a:rPr>
              <a:t>临床应用</a:t>
            </a:r>
            <a:endParaRPr kumimoji="1" lang="zh-CN" altLang="en-US" sz="5500">
              <a:solidFill>
                <a:schemeClr val="accent1"/>
              </a:solidFill>
              <a:effectLst>
                <a:outerShdw blurRad="38100" dist="25400" dir="5400000" algn="ctr" rotWithShape="0">
                  <a:srgbClr val="6E747A">
                    <a:alpha val="43000"/>
                  </a:srgbClr>
                </a:outerShdw>
              </a:effectLst>
              <a:sym typeface="+mn-ea"/>
            </a:endParaRPr>
          </a:p>
        </p:txBody>
      </p:sp>
      <p:pic>
        <p:nvPicPr>
          <p:cNvPr id="26" name="图片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44" y="15145"/>
            <a:ext cx="5441152" cy="929721"/>
          </a:xfrm>
          <a:prstGeom prst="rect">
            <a:avLst/>
          </a:prstGeom>
        </p:spPr>
      </p:pic>
      <p:sp>
        <p:nvSpPr>
          <p:cNvPr id="28" name="21"/>
          <p:cNvSpPr txBox="1"/>
          <p:nvPr/>
        </p:nvSpPr>
        <p:spPr>
          <a:xfrm>
            <a:off x="5221605" y="5239385"/>
            <a:ext cx="1748155" cy="258445"/>
          </a:xfrm>
          <a:prstGeom prst="roundRect">
            <a:avLst>
              <a:gd name="adj" fmla="val 0"/>
            </a:avLst>
          </a:prstGeom>
          <a:noFill/>
          <a:ln w="15875" cap="sq">
            <a:noFill/>
          </a:ln>
          <a:effectLst/>
        </p:spPr>
        <p:txBody>
          <a:bodyPr vert="horz" wrap="square" lIns="0" tIns="0" rIns="0" bIns="0" rtlCol="0" anchor="ctr"/>
          <a:p>
            <a:pPr algn="ctr">
              <a:lnSpc>
                <a:spcPct val="100000"/>
              </a:lnSpc>
              <a:buClrTx/>
              <a:buSzTx/>
              <a:buFontTx/>
            </a:pPr>
            <a:r>
              <a:rPr kumimoji="1" lang="en-US" altLang="zh-CN" sz="1800"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rPr>
              <a:t>2025年12月26日</a:t>
            </a:r>
            <a:endParaRPr kumimoji="1" lang="en-US" altLang="zh-CN" b="1">
              <a:ln w="12700">
                <a:noFill/>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1"/>
          <p:cNvSpPr>
            <a:spLocks noGrp="1"/>
          </p:cNvSpPr>
          <p:nvPr>
            <p:ph type="subTitle" idx="16386"/>
            <p:custDataLst>
              <p:tags r:id="rId1"/>
            </p:custDataLst>
          </p:nvPr>
        </p:nvSpPr>
        <p:spPr/>
        <p:txBody>
          <a:bodyPr/>
          <a:p>
            <a:r>
              <a:rPr lang="zh-CN" altLang="en-US"/>
              <a:t>CONTENTS</a:t>
            </a:r>
            <a:endParaRPr lang="zh-CN" altLang="en-US"/>
          </a:p>
        </p:txBody>
      </p:sp>
      <p:sp>
        <p:nvSpPr>
          <p:cNvPr id="3" name="标题 2"/>
          <p:cNvSpPr>
            <a:spLocks noGrp="1"/>
          </p:cNvSpPr>
          <p:nvPr>
            <p:ph type="ctrTitle" idx="16385"/>
            <p:custDataLst>
              <p:tags r:id="rId2"/>
            </p:custDataLst>
          </p:nvPr>
        </p:nvSpPr>
        <p:spPr/>
        <p:txBody>
          <a:bodyPr>
            <a:normAutofit fontScale="90000"/>
          </a:bodyPr>
          <a:p>
            <a:r>
              <a:rPr lang="zh-CN" altLang="en-US"/>
              <a:t>目录</a:t>
            </a:r>
            <a:endParaRPr lang="zh-CN" altLang="en-US"/>
          </a:p>
        </p:txBody>
      </p:sp>
      <p:sp>
        <p:nvSpPr>
          <p:cNvPr id="4" name="文本占位符 3"/>
          <p:cNvSpPr>
            <a:spLocks noGrp="1"/>
          </p:cNvSpPr>
          <p:nvPr>
            <p:ph type="body" idx="16388"/>
            <p:custDataLst>
              <p:tags r:id="rId3"/>
            </p:custDataLst>
          </p:nvPr>
        </p:nvSpPr>
        <p:spPr/>
        <p:txBody>
          <a:bodyPr/>
          <a:p>
            <a:r>
              <a:rPr lang="en-US" altLang="en-US"/>
              <a:t>01</a:t>
            </a:r>
            <a:endParaRPr lang="en-US" altLang="en-US"/>
          </a:p>
        </p:txBody>
      </p:sp>
      <p:sp>
        <p:nvSpPr>
          <p:cNvPr id="5" name="装饰  3"/>
          <p:cNvSpPr>
            <a:spLocks noGrp="1"/>
          </p:cNvSpPr>
          <p:nvPr>
            <p:ph type="body" idx="16397"/>
            <p:custDataLst>
              <p:tags r:id="rId4"/>
            </p:custDataLst>
          </p:nvPr>
        </p:nvSpPr>
        <p:spPr/>
        <p:txBody>
          <a:bodyPr/>
          <a:p>
            <a:r>
              <a:rPr lang="zh-CN" altLang="en-US"/>
              <a:t> </a:t>
            </a:r>
            <a:endParaRPr lang="zh-CN" altLang="en-US"/>
          </a:p>
        </p:txBody>
      </p:sp>
      <p:sp>
        <p:nvSpPr>
          <p:cNvPr id="6" name="文本占位符 5"/>
          <p:cNvSpPr>
            <a:spLocks noGrp="1"/>
          </p:cNvSpPr>
          <p:nvPr>
            <p:ph type="body" idx="16387"/>
            <p:custDataLst>
              <p:tags r:id="rId5"/>
            </p:custDataLst>
          </p:nvPr>
        </p:nvSpPr>
        <p:spPr/>
        <p:txBody>
          <a:bodyPr>
            <a:normAutofit/>
          </a:bodyPr>
          <a:p>
            <a:r>
              <a:rPr lang="zh-CN" altLang="en-US"/>
              <a:t>Kawase入路概述</a:t>
            </a:r>
            <a:endParaRPr lang="zh-CN" altLang="en-US"/>
          </a:p>
        </p:txBody>
      </p:sp>
      <p:sp>
        <p:nvSpPr>
          <p:cNvPr id="7" name="文本占位符 6"/>
          <p:cNvSpPr>
            <a:spLocks noGrp="1"/>
          </p:cNvSpPr>
          <p:nvPr>
            <p:ph type="body" idx="16390"/>
            <p:custDataLst>
              <p:tags r:id="rId6"/>
            </p:custDataLst>
          </p:nvPr>
        </p:nvSpPr>
        <p:spPr/>
        <p:txBody>
          <a:bodyPr/>
          <a:p>
            <a:r>
              <a:rPr lang="en-US" altLang="en-US"/>
              <a:t>02</a:t>
            </a:r>
            <a:endParaRPr lang="en-US" altLang="en-US"/>
          </a:p>
        </p:txBody>
      </p:sp>
      <p:sp>
        <p:nvSpPr>
          <p:cNvPr id="8" name="装饰  6"/>
          <p:cNvSpPr>
            <a:spLocks noGrp="1"/>
          </p:cNvSpPr>
          <p:nvPr>
            <p:ph type="body" idx="16398"/>
            <p:custDataLst>
              <p:tags r:id="rId7"/>
            </p:custDataLst>
          </p:nvPr>
        </p:nvSpPr>
        <p:spPr/>
        <p:txBody>
          <a:bodyPr/>
          <a:p>
            <a:r>
              <a:rPr lang="zh-CN" altLang="en-US"/>
              <a:t> </a:t>
            </a:r>
            <a:endParaRPr lang="zh-CN" altLang="en-US"/>
          </a:p>
        </p:txBody>
      </p:sp>
      <p:sp>
        <p:nvSpPr>
          <p:cNvPr id="9" name="文本占位符 8"/>
          <p:cNvSpPr>
            <a:spLocks noGrp="1"/>
          </p:cNvSpPr>
          <p:nvPr>
            <p:ph type="body" idx="16389"/>
            <p:custDataLst>
              <p:tags r:id="rId8"/>
            </p:custDataLst>
          </p:nvPr>
        </p:nvSpPr>
        <p:spPr/>
        <p:txBody>
          <a:bodyPr>
            <a:normAutofit/>
          </a:bodyPr>
          <a:p>
            <a:r>
              <a:rPr lang="zh-CN" altLang="en-US"/>
              <a:t>Kawase入路解剖学基础</a:t>
            </a:r>
            <a:endParaRPr lang="zh-CN" altLang="en-US"/>
          </a:p>
        </p:txBody>
      </p:sp>
      <p:sp>
        <p:nvSpPr>
          <p:cNvPr id="10" name="文本占位符 9"/>
          <p:cNvSpPr>
            <a:spLocks noGrp="1"/>
          </p:cNvSpPr>
          <p:nvPr>
            <p:ph type="body" idx="16392"/>
            <p:custDataLst>
              <p:tags r:id="rId9"/>
            </p:custDataLst>
          </p:nvPr>
        </p:nvSpPr>
        <p:spPr/>
        <p:txBody>
          <a:bodyPr/>
          <a:p>
            <a:r>
              <a:rPr lang="en-US" altLang="en-US"/>
              <a:t>03</a:t>
            </a:r>
            <a:endParaRPr lang="en-US" altLang="en-US"/>
          </a:p>
        </p:txBody>
      </p:sp>
      <p:sp>
        <p:nvSpPr>
          <p:cNvPr id="11" name="装饰  9"/>
          <p:cNvSpPr>
            <a:spLocks noGrp="1"/>
          </p:cNvSpPr>
          <p:nvPr>
            <p:ph type="body" idx="16399"/>
            <p:custDataLst>
              <p:tags r:id="rId10"/>
            </p:custDataLst>
          </p:nvPr>
        </p:nvSpPr>
        <p:spPr/>
        <p:txBody>
          <a:bodyPr/>
          <a:p>
            <a:r>
              <a:rPr lang="zh-CN" altLang="en-US"/>
              <a:t> </a:t>
            </a:r>
            <a:endParaRPr lang="zh-CN" altLang="en-US"/>
          </a:p>
        </p:txBody>
      </p:sp>
      <p:sp>
        <p:nvSpPr>
          <p:cNvPr id="12" name="文本占位符 11"/>
          <p:cNvSpPr>
            <a:spLocks noGrp="1"/>
          </p:cNvSpPr>
          <p:nvPr>
            <p:ph type="body" idx="16391"/>
            <p:custDataLst>
              <p:tags r:id="rId11"/>
            </p:custDataLst>
          </p:nvPr>
        </p:nvSpPr>
        <p:spPr/>
        <p:txBody>
          <a:bodyPr>
            <a:normAutofit/>
          </a:bodyPr>
          <a:p>
            <a:r>
              <a:rPr lang="zh-CN" altLang="en-US"/>
              <a:t>Kawase入路解剖数据</a:t>
            </a:r>
            <a:endParaRPr lang="zh-CN" altLang="en-US"/>
          </a:p>
        </p:txBody>
      </p:sp>
      <p:sp>
        <p:nvSpPr>
          <p:cNvPr id="13" name="文本占位符 12"/>
          <p:cNvSpPr>
            <a:spLocks noGrp="1"/>
          </p:cNvSpPr>
          <p:nvPr>
            <p:ph type="body" idx="16394"/>
            <p:custDataLst>
              <p:tags r:id="rId12"/>
            </p:custDataLst>
          </p:nvPr>
        </p:nvSpPr>
        <p:spPr/>
        <p:txBody>
          <a:bodyPr/>
          <a:p>
            <a:r>
              <a:rPr lang="en-US" altLang="en-US"/>
              <a:t>04</a:t>
            </a:r>
            <a:endParaRPr lang="en-US" altLang="en-US"/>
          </a:p>
        </p:txBody>
      </p:sp>
      <p:sp>
        <p:nvSpPr>
          <p:cNvPr id="14" name="装饰  2"/>
          <p:cNvSpPr>
            <a:spLocks noGrp="1"/>
          </p:cNvSpPr>
          <p:nvPr>
            <p:ph type="body" idx="16400"/>
            <p:custDataLst>
              <p:tags r:id="rId13"/>
            </p:custDataLst>
          </p:nvPr>
        </p:nvSpPr>
        <p:spPr/>
        <p:txBody>
          <a:bodyPr/>
          <a:p>
            <a:r>
              <a:rPr lang="zh-CN" altLang="en-US"/>
              <a:t> </a:t>
            </a:r>
            <a:endParaRPr lang="zh-CN" altLang="en-US"/>
          </a:p>
        </p:txBody>
      </p:sp>
      <p:sp>
        <p:nvSpPr>
          <p:cNvPr id="15" name="文本占位符 14"/>
          <p:cNvSpPr>
            <a:spLocks noGrp="1"/>
          </p:cNvSpPr>
          <p:nvPr>
            <p:ph type="body" idx="16393"/>
            <p:custDataLst>
              <p:tags r:id="rId14"/>
            </p:custDataLst>
          </p:nvPr>
        </p:nvSpPr>
        <p:spPr>
          <a:xfrm>
            <a:off x="5147310" y="4648200"/>
            <a:ext cx="2324100" cy="914400"/>
          </a:xfrm>
        </p:spPr>
        <p:txBody>
          <a:bodyPr>
            <a:normAutofit/>
          </a:bodyPr>
          <a:p>
            <a:r>
              <a:rPr lang="zh-CN" altLang="en-US"/>
              <a:t>Kawase入路临床应用要点</a:t>
            </a:r>
            <a:endParaRPr lang="zh-CN" altLang="en-US"/>
          </a:p>
        </p:txBody>
      </p:sp>
      <p:sp>
        <p:nvSpPr>
          <p:cNvPr id="16" name="文本占位符 15"/>
          <p:cNvSpPr>
            <a:spLocks noGrp="1"/>
          </p:cNvSpPr>
          <p:nvPr>
            <p:ph type="body" idx="16396"/>
            <p:custDataLst>
              <p:tags r:id="rId15"/>
            </p:custDataLst>
          </p:nvPr>
        </p:nvSpPr>
        <p:spPr/>
        <p:txBody>
          <a:bodyPr/>
          <a:p>
            <a:r>
              <a:rPr lang="en-US" altLang="en-US"/>
              <a:t>05</a:t>
            </a:r>
            <a:endParaRPr lang="en-US" altLang="en-US"/>
          </a:p>
        </p:txBody>
      </p:sp>
      <p:sp>
        <p:nvSpPr>
          <p:cNvPr id="17" name="装饰  5"/>
          <p:cNvSpPr>
            <a:spLocks noGrp="1"/>
          </p:cNvSpPr>
          <p:nvPr>
            <p:ph type="body" idx="16401"/>
            <p:custDataLst>
              <p:tags r:id="rId16"/>
            </p:custDataLst>
          </p:nvPr>
        </p:nvSpPr>
        <p:spPr/>
        <p:txBody>
          <a:bodyPr/>
          <a:p>
            <a:r>
              <a:rPr lang="zh-CN" altLang="en-US"/>
              <a:t> </a:t>
            </a:r>
            <a:endParaRPr lang="zh-CN" altLang="en-US"/>
          </a:p>
        </p:txBody>
      </p:sp>
      <p:sp>
        <p:nvSpPr>
          <p:cNvPr id="18" name="文本占位符 17"/>
          <p:cNvSpPr>
            <a:spLocks noGrp="1"/>
          </p:cNvSpPr>
          <p:nvPr>
            <p:ph type="body" idx="16395"/>
            <p:custDataLst>
              <p:tags r:id="rId17"/>
            </p:custDataLst>
          </p:nvPr>
        </p:nvSpPr>
        <p:spPr>
          <a:xfrm>
            <a:off x="9182100" y="3048000"/>
            <a:ext cx="2324100" cy="914400"/>
          </a:xfrm>
        </p:spPr>
        <p:txBody>
          <a:bodyPr>
            <a:normAutofit/>
          </a:bodyPr>
          <a:p>
            <a:r>
              <a:rPr lang="zh-CN" altLang="en-US"/>
              <a:t>Kawase入路临床意义</a:t>
            </a:r>
            <a:endParaRPr lang="zh-CN" altLang="en-US"/>
          </a:p>
        </p:txBody>
      </p:sp>
      <p:sp>
        <p:nvSpPr>
          <p:cNvPr id="19" name="文本占位符 12"/>
          <p:cNvSpPr>
            <a:spLocks noGrp="1"/>
          </p:cNvSpPr>
          <p:nvPr>
            <p:custDataLst>
              <p:tags r:id="rId18"/>
            </p:custDataLst>
          </p:nvPr>
        </p:nvSpPr>
        <p:spPr>
          <a:xfrm>
            <a:off x="8121650" y="4724400"/>
            <a:ext cx="596900" cy="508000"/>
          </a:xfrm>
          <a:prstGeom prst="rect">
            <a:avLst/>
          </a:prstGeom>
          <a:noFill/>
        </p:spPr>
        <p:txBody>
          <a:bodyPr vert="horz" wrap="none" lIns="0" tIns="0" rIns="0" bIns="0" rtlCol="0" anchor="ctr">
            <a:noAutofit/>
          </a:bodyPr>
          <a:lstStyle>
            <a:lvl1pPr marL="0" indent="0" algn="ctr" defTabSz="914400" rtl="0" eaLnBrk="1" latinLnBrk="0" hangingPunct="1">
              <a:lnSpc>
                <a:spcPct val="109000"/>
              </a:lnSpc>
              <a:spcBef>
                <a:spcPct val="0"/>
              </a:spcBef>
              <a:spcAft>
                <a:spcPct val="0"/>
              </a:spcAft>
              <a:buFont typeface="Arial" panose="020B0604020202020204" pitchFamily="34" charset="0"/>
              <a:buNone/>
              <a:defRPr sz="4000" b="0" kern="1200" spc="0">
                <a:solidFill>
                  <a:schemeClr val="accent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06</a:t>
            </a:r>
            <a:endParaRPr lang="en-US" altLang="en-US"/>
          </a:p>
        </p:txBody>
      </p:sp>
      <p:sp>
        <p:nvSpPr>
          <p:cNvPr id="20" name="文本占位符 17"/>
          <p:cNvSpPr>
            <a:spLocks noGrp="1"/>
          </p:cNvSpPr>
          <p:nvPr>
            <p:custDataLst>
              <p:tags r:id="rId19"/>
            </p:custDataLst>
          </p:nvPr>
        </p:nvSpPr>
        <p:spPr>
          <a:xfrm>
            <a:off x="9182100" y="4572000"/>
            <a:ext cx="2324100" cy="914400"/>
          </a:xfrm>
          <a:prstGeom prst="rect">
            <a:avLst/>
          </a:prstGeom>
          <a:noFill/>
        </p:spPr>
        <p:txBody>
          <a:bodyPr vert="horz" wrap="square" lIns="0" tIns="0" rIns="0" bIns="0" rtlCol="0" anchor="ctr">
            <a:normAutofit/>
          </a:bodyPr>
          <a:lstStyle>
            <a:lvl1pPr marL="0" indent="0" algn="l" defTabSz="914400" rtl="0" eaLnBrk="1" latinLnBrk="0" hangingPunct="1">
              <a:lnSpc>
                <a:spcPct val="118000"/>
              </a:lnSpc>
              <a:spcBef>
                <a:spcPct val="0"/>
              </a:spcBef>
              <a:spcAft>
                <a:spcPct val="0"/>
              </a:spcAft>
              <a:buFont typeface="Arial" panose="020B0604020202020204" pitchFamily="34" charset="0"/>
              <a:buNone/>
              <a:defRPr sz="2400" b="0" kern="1200" spc="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Kawase入路典型病例</a:t>
            </a:r>
            <a:endParaRPr lang="zh-CN" altLang="en-US"/>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Kawase入路概述</a:t>
            </a:r>
            <a:endParaRPr lang="zh-CN" altLang="en-US"/>
          </a:p>
        </p:txBody>
      </p:sp>
      <p:sp>
        <p:nvSpPr>
          <p:cNvPr id="3" name="节编号 3"/>
          <p:cNvSpPr>
            <a:spLocks noGrp="1"/>
          </p:cNvSpPr>
          <p:nvPr>
            <p:ph type="body" sz="quarter" idx="16386"/>
            <p:custDataLst>
              <p:tags r:id="rId2"/>
            </p:custDataLst>
          </p:nvPr>
        </p:nvSpPr>
        <p:spPr/>
        <p:txBody>
          <a:bodyPr/>
          <a:p>
            <a:r>
              <a:rPr lang="en-US" altLang="en-US"/>
              <a:t>01</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入路定义</a:t>
            </a:r>
            <a:endParaRPr lang="zh-CN" altLang="en-US"/>
          </a:p>
        </p:txBody>
      </p:sp>
      <p:sp>
        <p:nvSpPr>
          <p:cNvPr id="4" name="装饰  2"/>
          <p:cNvSpPr>
            <a:spLocks noGrp="1"/>
          </p:cNvSpPr>
          <p:nvPr>
            <p:ph type="body" idx="16393"/>
            <p:custDataLst>
              <p:tags r:id="rId2"/>
            </p:custDataLst>
          </p:nvPr>
        </p:nvSpPr>
        <p:spPr/>
        <p:txBody>
          <a:bodyPr/>
          <a:p>
            <a:r>
              <a:rPr lang="zh-CN" altLang="en-US"/>
              <a:t> </a:t>
            </a:r>
            <a:endParaRPr lang="zh-CN" altLang="en-US"/>
          </a:p>
        </p:txBody>
      </p:sp>
      <p:sp>
        <p:nvSpPr>
          <p:cNvPr id="5" name="文本占位符 4"/>
          <p:cNvSpPr>
            <a:spLocks noGrp="1"/>
          </p:cNvSpPr>
          <p:nvPr>
            <p:ph type="body" idx="16386"/>
            <p:custDataLst>
              <p:tags r:id="rId3"/>
            </p:custDataLst>
          </p:nvPr>
        </p:nvSpPr>
        <p:spPr/>
        <p:txBody>
          <a:bodyPr>
            <a:normAutofit/>
          </a:bodyPr>
          <a:p>
            <a:r>
              <a:rPr lang="zh-CN" altLang="en-US"/>
              <a:t>概念阐释</a:t>
            </a:r>
            <a:endParaRPr lang="zh-CN" altLang="en-US"/>
          </a:p>
        </p:txBody>
      </p:sp>
      <p:sp>
        <p:nvSpPr>
          <p:cNvPr id="6" name="文本占位符 5"/>
          <p:cNvSpPr>
            <a:spLocks noGrp="1"/>
          </p:cNvSpPr>
          <p:nvPr>
            <p:ph type="body" idx="16387"/>
            <p:custDataLst>
              <p:tags r:id="rId4"/>
            </p:custDataLst>
          </p:nvPr>
        </p:nvSpPr>
        <p:spPr/>
        <p:txBody>
          <a:bodyPr>
            <a:normAutofit/>
          </a:bodyPr>
          <a:p>
            <a:r>
              <a:rPr lang="zh-CN" altLang="en-US"/>
              <a:t>Kawase入路是经颞下岩前的手术入路，用于特定颅底病变治疗。</a:t>
            </a:r>
            <a:endParaRPr lang="zh-CN" altLang="en-US"/>
          </a:p>
        </p:txBody>
      </p:sp>
      <p:sp>
        <p:nvSpPr>
          <p:cNvPr id="7" name="装饰  5"/>
          <p:cNvSpPr>
            <a:spLocks noGrp="1"/>
          </p:cNvSpPr>
          <p:nvPr>
            <p:ph type="body" idx="16394"/>
            <p:custDataLst>
              <p:tags r:id="rId5"/>
            </p:custDataLst>
          </p:nvPr>
        </p:nvSpPr>
        <p:spPr/>
        <p:txBody>
          <a:bodyPr/>
          <a:p>
            <a:r>
              <a:rPr lang="zh-CN" altLang="en-US"/>
              <a:t> </a:t>
            </a:r>
            <a:endParaRPr lang="zh-CN" altLang="en-US"/>
          </a:p>
        </p:txBody>
      </p:sp>
      <p:sp>
        <p:nvSpPr>
          <p:cNvPr id="8" name="文本占位符 7"/>
          <p:cNvSpPr>
            <a:spLocks noGrp="1"/>
          </p:cNvSpPr>
          <p:nvPr>
            <p:ph type="body" idx="16388"/>
            <p:custDataLst>
              <p:tags r:id="rId6"/>
            </p:custDataLst>
          </p:nvPr>
        </p:nvSpPr>
        <p:spPr/>
        <p:txBody>
          <a:bodyPr>
            <a:normAutofit/>
          </a:bodyPr>
          <a:p>
            <a:r>
              <a:rPr lang="zh-CN" altLang="en-US"/>
              <a:t>解剖定位</a:t>
            </a:r>
            <a:endParaRPr lang="zh-CN" altLang="en-US"/>
          </a:p>
        </p:txBody>
      </p:sp>
      <p:sp>
        <p:nvSpPr>
          <p:cNvPr id="9" name="文本占位符 8"/>
          <p:cNvSpPr>
            <a:spLocks noGrp="1"/>
          </p:cNvSpPr>
          <p:nvPr>
            <p:ph type="body" idx="16389"/>
            <p:custDataLst>
              <p:tags r:id="rId7"/>
            </p:custDataLst>
          </p:nvPr>
        </p:nvSpPr>
        <p:spPr/>
        <p:txBody>
          <a:bodyPr>
            <a:normAutofit lnSpcReduction="10000"/>
          </a:bodyPr>
          <a:p>
            <a:r>
              <a:rPr lang="zh-CN" altLang="en-US"/>
              <a:t>该入路定位在中颅窝底，涉及岩尖、海绵窦等重要解剖结构。</a:t>
            </a:r>
            <a:endParaRPr lang="zh-CN" altLang="en-US"/>
          </a:p>
        </p:txBody>
      </p:sp>
      <p:sp>
        <p:nvSpPr>
          <p:cNvPr id="10" name="装饰  8"/>
          <p:cNvSpPr>
            <a:spLocks noGrp="1"/>
          </p:cNvSpPr>
          <p:nvPr>
            <p:ph type="body" idx="16395"/>
            <p:custDataLst>
              <p:tags r:id="rId8"/>
            </p:custDataLst>
          </p:nvPr>
        </p:nvSpPr>
        <p:spPr/>
        <p:txBody>
          <a:bodyPr/>
          <a:p>
            <a:r>
              <a:rPr lang="zh-CN" altLang="en-US"/>
              <a:t> </a:t>
            </a:r>
            <a:endParaRPr lang="zh-CN" altLang="en-US"/>
          </a:p>
        </p:txBody>
      </p:sp>
      <p:sp>
        <p:nvSpPr>
          <p:cNvPr id="11" name="文本占位符 10"/>
          <p:cNvSpPr>
            <a:spLocks noGrp="1"/>
          </p:cNvSpPr>
          <p:nvPr>
            <p:ph type="body" idx="16390"/>
            <p:custDataLst>
              <p:tags r:id="rId9"/>
            </p:custDataLst>
          </p:nvPr>
        </p:nvSpPr>
        <p:spPr/>
        <p:txBody>
          <a:bodyPr>
            <a:normAutofit/>
          </a:bodyPr>
          <a:p>
            <a:r>
              <a:rPr lang="zh-CN" altLang="en-US"/>
              <a:t>临床意义</a:t>
            </a:r>
            <a:endParaRPr lang="zh-CN" altLang="en-US"/>
          </a:p>
        </p:txBody>
      </p:sp>
      <p:sp>
        <p:nvSpPr>
          <p:cNvPr id="12" name="文本占位符 11"/>
          <p:cNvSpPr>
            <a:spLocks noGrp="1"/>
          </p:cNvSpPr>
          <p:nvPr>
            <p:ph type="body" idx="16391"/>
            <p:custDataLst>
              <p:tags r:id="rId10"/>
            </p:custDataLst>
          </p:nvPr>
        </p:nvSpPr>
        <p:spPr/>
        <p:txBody>
          <a:bodyPr>
            <a:normAutofit/>
          </a:bodyPr>
          <a:p>
            <a:r>
              <a:rPr lang="zh-CN" altLang="en-US"/>
              <a:t>为颅底深部手术提供新视角，如治疗岩斜区肿瘤等。</a:t>
            </a:r>
            <a:endParaRPr lang="zh-CN" altLang="en-US"/>
          </a:p>
        </p:txBody>
      </p:sp>
      <p:pic>
        <p:nvPicPr>
          <p:cNvPr id="14" name="图片 13" descr="微信图片_20251225152628"/>
          <p:cNvPicPr>
            <a:picLocks noChangeAspect="1"/>
          </p:cNvPicPr>
          <p:nvPr/>
        </p:nvPicPr>
        <p:blipFill>
          <a:blip r:embed="rId11"/>
          <a:stretch>
            <a:fillRect/>
          </a:stretch>
        </p:blipFill>
        <p:spPr>
          <a:xfrm rot="16200000">
            <a:off x="4187190" y="-1163955"/>
            <a:ext cx="3819525" cy="12192000"/>
          </a:xfrm>
          <a:prstGeom prst="rect">
            <a:avLst/>
          </a:prstGeom>
        </p:spPr>
      </p:pic>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发展历程</a:t>
            </a:r>
            <a:endParaRPr lang="zh-CN" altLang="en-US"/>
          </a:p>
        </p:txBody>
      </p:sp>
      <p:sp>
        <p:nvSpPr>
          <p:cNvPr id="3" name="文本占位符 2"/>
          <p:cNvSpPr>
            <a:spLocks noGrp="1"/>
          </p:cNvSpPr>
          <p:nvPr>
            <p:ph type="body" idx="16388"/>
            <p:custDataLst>
              <p:tags r:id="rId2"/>
            </p:custDataLst>
          </p:nvPr>
        </p:nvSpPr>
        <p:spPr/>
        <p:txBody>
          <a:bodyPr/>
          <a:p>
            <a:r>
              <a:rPr lang="zh-CN" altLang="en-US"/>
              <a:t>01</a:t>
            </a:r>
            <a:endParaRPr lang="zh-CN" altLang="en-US"/>
          </a:p>
        </p:txBody>
      </p:sp>
      <p:sp>
        <p:nvSpPr>
          <p:cNvPr id="4" name="文本占位符 3"/>
          <p:cNvSpPr>
            <a:spLocks noGrp="1"/>
          </p:cNvSpPr>
          <p:nvPr>
            <p:ph type="body" idx="16386"/>
            <p:custDataLst>
              <p:tags r:id="rId3"/>
            </p:custDataLst>
          </p:nvPr>
        </p:nvSpPr>
        <p:spPr/>
        <p:txBody>
          <a:bodyPr>
            <a:normAutofit/>
          </a:bodyPr>
          <a:p>
            <a:r>
              <a:rPr lang="zh-CN" altLang="en-US"/>
              <a:t>1981年首次应用</a:t>
            </a:r>
            <a:endParaRPr lang="zh-CN" altLang="en-US"/>
          </a:p>
        </p:txBody>
      </p:sp>
      <p:sp>
        <p:nvSpPr>
          <p:cNvPr id="5" name="文本占位符 4"/>
          <p:cNvSpPr>
            <a:spLocks noGrp="1"/>
          </p:cNvSpPr>
          <p:nvPr>
            <p:ph type="body" idx="16387"/>
            <p:custDataLst>
              <p:tags r:id="rId4"/>
            </p:custDataLst>
          </p:nvPr>
        </p:nvSpPr>
        <p:spPr/>
        <p:txBody>
          <a:bodyPr>
            <a:normAutofit/>
          </a:bodyPr>
          <a:p>
            <a:r>
              <a:rPr lang="zh-CN" altLang="en-US" sz="1400"/>
              <a:t>Kawase完成世界首例经岩入路夹闭基底动脉动脉瘤手术，突破传统手术禁区。</a:t>
            </a:r>
            <a:endParaRPr lang="zh-CN" altLang="en-US" sz="1400"/>
          </a:p>
        </p:txBody>
      </p:sp>
      <p:sp>
        <p:nvSpPr>
          <p:cNvPr id="6" name="文本占位符 5"/>
          <p:cNvSpPr>
            <a:spLocks noGrp="1"/>
          </p:cNvSpPr>
          <p:nvPr>
            <p:ph type="body" idx="16391"/>
            <p:custDataLst>
              <p:tags r:id="rId5"/>
            </p:custDataLst>
          </p:nvPr>
        </p:nvSpPr>
        <p:spPr/>
        <p:txBody>
          <a:bodyPr/>
          <a:p>
            <a:r>
              <a:rPr lang="zh-CN" altLang="en-US"/>
              <a:t>02</a:t>
            </a:r>
            <a:endParaRPr lang="zh-CN" altLang="en-US"/>
          </a:p>
        </p:txBody>
      </p:sp>
      <p:sp>
        <p:nvSpPr>
          <p:cNvPr id="7" name="文本占位符 6"/>
          <p:cNvSpPr>
            <a:spLocks noGrp="1"/>
          </p:cNvSpPr>
          <p:nvPr>
            <p:ph type="body" idx="16389"/>
            <p:custDataLst>
              <p:tags r:id="rId6"/>
            </p:custDataLst>
          </p:nvPr>
        </p:nvSpPr>
        <p:spPr/>
        <p:txBody>
          <a:bodyPr>
            <a:normAutofit/>
          </a:bodyPr>
          <a:p>
            <a:r>
              <a:rPr lang="zh-CN" altLang="en-US"/>
              <a:t>1983年技术改进</a:t>
            </a:r>
            <a:endParaRPr lang="zh-CN" altLang="en-US"/>
          </a:p>
        </p:txBody>
      </p:sp>
      <p:sp>
        <p:nvSpPr>
          <p:cNvPr id="8" name="文本占位符 7"/>
          <p:cNvSpPr>
            <a:spLocks noGrp="1"/>
          </p:cNvSpPr>
          <p:nvPr>
            <p:ph type="body" idx="16390"/>
            <p:custDataLst>
              <p:tags r:id="rId7"/>
            </p:custDataLst>
          </p:nvPr>
        </p:nvSpPr>
        <p:spPr/>
        <p:txBody>
          <a:bodyPr>
            <a:normAutofit/>
          </a:bodyPr>
          <a:p>
            <a:r>
              <a:rPr lang="zh-CN" altLang="en-US" sz="1400"/>
              <a:t>对经岩骨前入路进行优化，通过精准磨除岩尖骨质扩大手术视野，减少脑组织牵拉损伤。</a:t>
            </a:r>
            <a:endParaRPr lang="zh-CN" altLang="en-US" sz="1400"/>
          </a:p>
        </p:txBody>
      </p:sp>
      <p:sp>
        <p:nvSpPr>
          <p:cNvPr id="9" name="文本占位符 8"/>
          <p:cNvSpPr>
            <a:spLocks noGrp="1"/>
          </p:cNvSpPr>
          <p:nvPr>
            <p:ph type="body" idx="16394"/>
            <p:custDataLst>
              <p:tags r:id="rId8"/>
            </p:custDataLst>
          </p:nvPr>
        </p:nvSpPr>
        <p:spPr/>
        <p:txBody>
          <a:bodyPr/>
          <a:p>
            <a:r>
              <a:rPr lang="zh-CN" altLang="en-US"/>
              <a:t>03</a:t>
            </a:r>
            <a:endParaRPr lang="zh-CN" altLang="en-US"/>
          </a:p>
        </p:txBody>
      </p:sp>
      <p:sp>
        <p:nvSpPr>
          <p:cNvPr id="10" name="文本占位符 9"/>
          <p:cNvSpPr>
            <a:spLocks noGrp="1"/>
          </p:cNvSpPr>
          <p:nvPr>
            <p:ph type="body" idx="16392"/>
            <p:custDataLst>
              <p:tags r:id="rId9"/>
            </p:custDataLst>
          </p:nvPr>
        </p:nvSpPr>
        <p:spPr/>
        <p:txBody>
          <a:bodyPr>
            <a:normAutofit/>
          </a:bodyPr>
          <a:p>
            <a:r>
              <a:rPr lang="zh-CN" altLang="en-US"/>
              <a:t>1985年正式命名</a:t>
            </a:r>
            <a:endParaRPr lang="zh-CN" altLang="en-US"/>
          </a:p>
        </p:txBody>
      </p:sp>
      <p:sp>
        <p:nvSpPr>
          <p:cNvPr id="11" name="文本占位符 10"/>
          <p:cNvSpPr>
            <a:spLocks noGrp="1"/>
          </p:cNvSpPr>
          <p:nvPr>
            <p:ph type="body" idx="16393"/>
            <p:custDataLst>
              <p:tags r:id="rId10"/>
            </p:custDataLst>
          </p:nvPr>
        </p:nvSpPr>
        <p:spPr/>
        <p:txBody>
          <a:bodyPr>
            <a:normAutofit fontScale="90000"/>
          </a:bodyPr>
          <a:p>
            <a:r>
              <a:rPr lang="zh-CN" altLang="en-US"/>
              <a:t>在《Journal of Neurosurgery》发表研究，首次提出"Kawase入路"概念，确立其解剖学基础与操作规范。</a:t>
            </a:r>
            <a:endParaRPr lang="zh-CN" altLang="en-US"/>
          </a:p>
        </p:txBody>
      </p:sp>
      <p:sp>
        <p:nvSpPr>
          <p:cNvPr id="12" name="文本占位符 11"/>
          <p:cNvSpPr>
            <a:spLocks noGrp="1"/>
          </p:cNvSpPr>
          <p:nvPr>
            <p:ph type="body" idx="16397"/>
            <p:custDataLst>
              <p:tags r:id="rId11"/>
            </p:custDataLst>
          </p:nvPr>
        </p:nvSpPr>
        <p:spPr/>
        <p:txBody>
          <a:bodyPr/>
          <a:p>
            <a:r>
              <a:rPr lang="zh-CN" altLang="en-US"/>
              <a:t>04</a:t>
            </a:r>
            <a:endParaRPr lang="zh-CN" altLang="en-US"/>
          </a:p>
        </p:txBody>
      </p:sp>
      <p:sp>
        <p:nvSpPr>
          <p:cNvPr id="13" name="文本占位符 12"/>
          <p:cNvSpPr>
            <a:spLocks noGrp="1"/>
          </p:cNvSpPr>
          <p:nvPr>
            <p:ph type="body" idx="16395"/>
            <p:custDataLst>
              <p:tags r:id="rId12"/>
            </p:custDataLst>
          </p:nvPr>
        </p:nvSpPr>
        <p:spPr/>
        <p:txBody>
          <a:bodyPr>
            <a:normAutofit/>
          </a:bodyPr>
          <a:p>
            <a:r>
              <a:rPr lang="zh-CN" altLang="en-US"/>
              <a:t>1990年拓展应用</a:t>
            </a:r>
            <a:endParaRPr lang="zh-CN" altLang="en-US"/>
          </a:p>
        </p:txBody>
      </p:sp>
      <p:sp>
        <p:nvSpPr>
          <p:cNvPr id="14" name="文本占位符 13"/>
          <p:cNvSpPr>
            <a:spLocks noGrp="1"/>
          </p:cNvSpPr>
          <p:nvPr>
            <p:ph type="body" idx="16396"/>
            <p:custDataLst>
              <p:tags r:id="rId13"/>
            </p:custDataLst>
          </p:nvPr>
        </p:nvSpPr>
        <p:spPr/>
        <p:txBody>
          <a:bodyPr>
            <a:normAutofit/>
          </a:bodyPr>
          <a:p>
            <a:r>
              <a:rPr lang="zh-CN" altLang="en-US" sz="1400"/>
              <a:t>明确该入路在岩斜区肿瘤切除中的价值，通过硬膜外操作降低神经血管损伤风险。</a:t>
            </a:r>
            <a:endParaRPr lang="zh-CN" altLang="en-US" sz="1400"/>
          </a:p>
        </p:txBody>
      </p:sp>
      <p:sp>
        <p:nvSpPr>
          <p:cNvPr id="15" name="文本占位符 14"/>
          <p:cNvSpPr>
            <a:spLocks noGrp="1"/>
          </p:cNvSpPr>
          <p:nvPr>
            <p:ph type="body" idx="16400"/>
            <p:custDataLst>
              <p:tags r:id="rId14"/>
            </p:custDataLst>
          </p:nvPr>
        </p:nvSpPr>
        <p:spPr/>
        <p:txBody>
          <a:bodyPr/>
          <a:p>
            <a:r>
              <a:rPr lang="zh-CN" altLang="en-US"/>
              <a:t>05</a:t>
            </a:r>
            <a:endParaRPr lang="zh-CN" altLang="en-US"/>
          </a:p>
        </p:txBody>
      </p:sp>
      <p:sp>
        <p:nvSpPr>
          <p:cNvPr id="16" name="文本占位符 15"/>
          <p:cNvSpPr>
            <a:spLocks noGrp="1"/>
          </p:cNvSpPr>
          <p:nvPr>
            <p:ph type="body" idx="16398"/>
            <p:custDataLst>
              <p:tags r:id="rId15"/>
            </p:custDataLst>
          </p:nvPr>
        </p:nvSpPr>
        <p:spPr/>
        <p:txBody>
          <a:bodyPr>
            <a:normAutofit/>
          </a:bodyPr>
          <a:p>
            <a:r>
              <a:rPr lang="zh-CN" altLang="en-US"/>
              <a:t>2013年学术认可</a:t>
            </a:r>
            <a:endParaRPr lang="zh-CN" altLang="en-US"/>
          </a:p>
        </p:txBody>
      </p:sp>
      <p:sp>
        <p:nvSpPr>
          <p:cNvPr id="17" name="文本占位符 16"/>
          <p:cNvSpPr>
            <a:spLocks noGrp="1"/>
          </p:cNvSpPr>
          <p:nvPr>
            <p:ph type="body" idx="16399"/>
            <p:custDataLst>
              <p:tags r:id="rId16"/>
            </p:custDataLst>
          </p:nvPr>
        </p:nvSpPr>
        <p:spPr/>
        <p:txBody>
          <a:bodyPr>
            <a:normAutofit/>
          </a:bodyPr>
          <a:p>
            <a:r>
              <a:rPr lang="zh-CN" altLang="en-US" sz="1400"/>
              <a:t>Kawase教授因该入路对颅底外科的贡献获Dandy奖章，标志其成为国际公认的经典手术入路。</a:t>
            </a:r>
            <a:endParaRPr lang="zh-CN" altLang="en-US" sz="1400"/>
          </a:p>
        </p:txBody>
      </p:sp>
    </p:spTree>
    <p:custDataLst>
      <p:tags r:id="rId1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a:xfrm>
            <a:off x="1016000" y="3530600"/>
            <a:ext cx="6903720" cy="1524000"/>
          </a:xfrm>
        </p:spPr>
        <p:txBody>
          <a:bodyPr>
            <a:normAutofit/>
          </a:bodyPr>
          <a:p>
            <a:r>
              <a:rPr lang="zh-CN" altLang="en-US"/>
              <a:t>Kawase入路解剖学基础</a:t>
            </a:r>
            <a:endParaRPr lang="zh-CN" altLang="en-US"/>
          </a:p>
        </p:txBody>
      </p:sp>
      <p:sp>
        <p:nvSpPr>
          <p:cNvPr id="3" name="节编号 3"/>
          <p:cNvSpPr>
            <a:spLocks noGrp="1"/>
          </p:cNvSpPr>
          <p:nvPr>
            <p:ph type="body" sz="quarter" idx="16386"/>
            <p:custDataLst>
              <p:tags r:id="rId2"/>
            </p:custDataLst>
          </p:nvPr>
        </p:nvSpPr>
        <p:spPr/>
        <p:txBody>
          <a:bodyPr/>
          <a:p>
            <a:r>
              <a:rPr lang="en-US" altLang="en-US"/>
              <a:t>02</a:t>
            </a: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相关解剖结构</a:t>
            </a:r>
            <a:endParaRPr lang="zh-CN" altLang="en-US"/>
          </a:p>
        </p:txBody>
      </p:sp>
      <p:sp>
        <p:nvSpPr>
          <p:cNvPr id="3" name="装饰  1"/>
          <p:cNvSpPr>
            <a:spLocks noGrp="1"/>
          </p:cNvSpPr>
          <p:nvPr>
            <p:ph type="body" idx="16392"/>
            <p:custDataLst>
              <p:tags r:id="rId2"/>
            </p:custDataLst>
          </p:nvPr>
        </p:nvSpPr>
        <p:spPr/>
        <p:txBody>
          <a:bodyPr/>
          <a:p>
            <a:r>
              <a:rPr lang="zh-CN" altLang="en-US"/>
              <a:t> </a:t>
            </a:r>
            <a:endParaRPr lang="zh-CN" altLang="en-US"/>
          </a:p>
        </p:txBody>
      </p:sp>
      <p:pic>
        <p:nvPicPr>
          <p:cNvPr id="4" name="图片占位符 3" descr="C:/Users/Administrator/Desktop/Kawase入路-2025解剖大会/捕获35.JPG捕获35"/>
          <p:cNvPicPr>
            <a:picLocks noChangeAspect="1"/>
          </p:cNvPicPr>
          <p:nvPr>
            <p:ph type="pic" idx="16393"/>
            <p:custDataLst>
              <p:tags r:id="rId3"/>
            </p:custDataLst>
          </p:nvPr>
        </p:nvPicPr>
        <p:blipFill>
          <a:blip r:embed="rId4"/>
          <a:srcRect l="4875" r="4875"/>
          <a:stretch>
            <a:fillRect/>
          </a:stretch>
        </p:blipFill>
        <p:spPr>
          <a:xfrm>
            <a:off x="6096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p:spPr>
      </p:pic>
      <p:sp>
        <p:nvSpPr>
          <p:cNvPr id="5" name="文本占位符 4"/>
          <p:cNvSpPr>
            <a:spLocks noGrp="1"/>
          </p:cNvSpPr>
          <p:nvPr>
            <p:ph type="body" idx="16386"/>
            <p:custDataLst>
              <p:tags r:id="rId5"/>
            </p:custDataLst>
          </p:nvPr>
        </p:nvSpPr>
        <p:spPr/>
        <p:txBody>
          <a:bodyPr>
            <a:normAutofit/>
          </a:bodyPr>
          <a:p>
            <a:r>
              <a:rPr lang="zh-CN" altLang="en-US"/>
              <a:t>岩尖</a:t>
            </a:r>
            <a:endParaRPr lang="zh-CN" altLang="en-US"/>
          </a:p>
        </p:txBody>
      </p:sp>
      <p:sp>
        <p:nvSpPr>
          <p:cNvPr id="6" name="文本占位符 5"/>
          <p:cNvSpPr>
            <a:spLocks noGrp="1"/>
          </p:cNvSpPr>
          <p:nvPr>
            <p:ph type="body" idx="16387"/>
            <p:custDataLst>
              <p:tags r:id="rId6"/>
            </p:custDataLst>
          </p:nvPr>
        </p:nvSpPr>
        <p:spPr/>
        <p:txBody>
          <a:bodyPr>
            <a:normAutofit lnSpcReduction="10000"/>
          </a:bodyPr>
          <a:p>
            <a:r>
              <a:rPr lang="zh-CN" altLang="en-US"/>
              <a:t>岩尖位于颞骨内，是Kawase入路重要结构，手术时需精准处理。临床意义：岩尖的精准磨除可扩大手术视野，避免损伤内听道及周围神经血管结构，降低术后脑脊液漏风险。</a:t>
            </a:r>
            <a:endParaRPr lang="zh-CN" altLang="en-US"/>
          </a:p>
        </p:txBody>
      </p:sp>
      <p:sp>
        <p:nvSpPr>
          <p:cNvPr id="7" name="装饰  5"/>
          <p:cNvSpPr>
            <a:spLocks noGrp="1"/>
          </p:cNvSpPr>
          <p:nvPr>
            <p:ph type="body" idx="16394"/>
            <p:custDataLst>
              <p:tags r:id="rId7"/>
            </p:custDataLst>
          </p:nvPr>
        </p:nvSpPr>
        <p:spPr/>
        <p:txBody>
          <a:bodyPr/>
          <a:p>
            <a:r>
              <a:rPr lang="zh-CN" altLang="en-US"/>
              <a:t> </a:t>
            </a:r>
            <a:endParaRPr lang="zh-CN" altLang="en-US"/>
          </a:p>
        </p:txBody>
      </p:sp>
      <p:pic>
        <p:nvPicPr>
          <p:cNvPr id="8" name="图片占位符 7" descr="C:/Users/Administrator/Desktop/Kawase入路-2025解剖大会/捕获37.JPG捕获37"/>
          <p:cNvPicPr>
            <a:picLocks noChangeAspect="1"/>
          </p:cNvPicPr>
          <p:nvPr>
            <p:ph type="pic" idx="16395"/>
            <p:custDataLst>
              <p:tags r:id="rId8"/>
            </p:custDataLst>
          </p:nvPr>
        </p:nvPicPr>
        <p:blipFill>
          <a:blip r:embed="rId9"/>
          <a:srcRect t="4494" b="4494"/>
          <a:stretch>
            <a:fillRect/>
          </a:stretch>
        </p:blipFill>
        <p:spPr>
          <a:xfrm>
            <a:off x="4368800" y="4216400"/>
            <a:ext cx="3454400" cy="2032000"/>
          </a:xfrm>
          <a:custGeom>
            <a:avLst/>
            <a:gdLst>
              <a:gd name="connisteX0" fmla="*/ 0 w 3454400"/>
              <a:gd name="connsiteY0" fmla="*/ 0 h 2032000"/>
              <a:gd name="connisteX1" fmla="*/ 3454400 w 3454400"/>
              <a:gd name="connsiteY1" fmla="*/ 0 h 2032000"/>
              <a:gd name="connisteX2" fmla="*/ 3454400 w 3454400"/>
              <a:gd name="connsiteY2" fmla="*/ 1828800 h 2032000"/>
              <a:gd name="connisteX3" fmla="*/ 3251200 w 3454400"/>
              <a:gd name="connsiteY3" fmla="*/ 2032000 h 2032000"/>
              <a:gd name="connisteX4" fmla="*/ 203200 w 3454400"/>
              <a:gd name="connsiteY4" fmla="*/ 2032000 h 2032000"/>
              <a:gd name="connisteX5" fmla="*/ 0 w 3454400"/>
              <a:gd name="connsiteY5" fmla="*/ 1828800 h 2032000"/>
              <a:gd name="connisteX6" fmla="*/ 0 w 3454400"/>
              <a:gd name="connsiteY6" fmla="*/ 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0"/>
                </a:moveTo>
                <a:lnTo>
                  <a:pt x="3454400" y="0"/>
                </a:lnTo>
                <a:lnTo>
                  <a:pt x="3454400" y="1828800"/>
                </a:lnTo>
                <a:cubicBezTo>
                  <a:pt x="3454400" y="1941024"/>
                  <a:pt x="3363424" y="2032000"/>
                  <a:pt x="3251200" y="2032000"/>
                </a:cubicBezTo>
                <a:lnTo>
                  <a:pt x="203200" y="2032000"/>
                </a:lnTo>
                <a:cubicBezTo>
                  <a:pt x="90976" y="2032000"/>
                  <a:pt x="0" y="1941024"/>
                  <a:pt x="0" y="1828800"/>
                </a:cubicBezTo>
                <a:lnTo>
                  <a:pt x="0" y="0"/>
                </a:lnTo>
                <a:close/>
              </a:path>
            </a:pathLst>
          </a:custGeom>
        </p:spPr>
      </p:pic>
      <p:sp>
        <p:nvSpPr>
          <p:cNvPr id="9" name="文本占位符 8"/>
          <p:cNvSpPr>
            <a:spLocks noGrp="1"/>
          </p:cNvSpPr>
          <p:nvPr>
            <p:ph type="body" idx="16388"/>
            <p:custDataLst>
              <p:tags r:id="rId10"/>
            </p:custDataLst>
          </p:nvPr>
        </p:nvSpPr>
        <p:spPr/>
        <p:txBody>
          <a:bodyPr>
            <a:normAutofit/>
          </a:bodyPr>
          <a:p>
            <a:r>
              <a:rPr lang="zh-CN" altLang="en-US"/>
              <a:t>海绵窦</a:t>
            </a:r>
            <a:endParaRPr lang="zh-CN" altLang="en-US"/>
          </a:p>
        </p:txBody>
      </p:sp>
      <p:sp>
        <p:nvSpPr>
          <p:cNvPr id="10" name="文本占位符 9"/>
          <p:cNvSpPr>
            <a:spLocks noGrp="1"/>
          </p:cNvSpPr>
          <p:nvPr>
            <p:ph type="body" idx="16389"/>
            <p:custDataLst>
              <p:tags r:id="rId11"/>
            </p:custDataLst>
          </p:nvPr>
        </p:nvSpPr>
        <p:spPr/>
        <p:txBody>
          <a:bodyPr>
            <a:normAutofit/>
          </a:bodyPr>
          <a:p>
            <a:r>
              <a:rPr lang="zh-CN" altLang="en-US"/>
              <a:t>海绵窦含重要神经血管，临床手术涉及Kawase入路时要谨慎对待。临床意义：了解海绵窦的解剖边界可有效避免术中损伤颈内动脉及动眼神经，减少术后出血及神经功能障碍。</a:t>
            </a:r>
            <a:endParaRPr lang="zh-CN" altLang="en-US"/>
          </a:p>
        </p:txBody>
      </p:sp>
      <p:sp>
        <p:nvSpPr>
          <p:cNvPr id="11" name="装饰  9"/>
          <p:cNvSpPr>
            <a:spLocks noGrp="1"/>
          </p:cNvSpPr>
          <p:nvPr>
            <p:ph type="body" idx="16396"/>
            <p:custDataLst>
              <p:tags r:id="rId12"/>
            </p:custDataLst>
          </p:nvPr>
        </p:nvSpPr>
        <p:spPr/>
        <p:txBody>
          <a:bodyPr/>
          <a:p>
            <a:r>
              <a:rPr lang="zh-CN" altLang="en-US"/>
              <a:t> </a:t>
            </a:r>
            <a:endParaRPr lang="zh-CN" altLang="en-US"/>
          </a:p>
        </p:txBody>
      </p:sp>
      <p:pic>
        <p:nvPicPr>
          <p:cNvPr id="12" name="图片占位符 11" descr="C:/Users/Administrator/Desktop/Kawase入路-2025解剖大会/捕获36.JPG捕获36"/>
          <p:cNvPicPr>
            <a:picLocks noChangeAspect="1"/>
          </p:cNvPicPr>
          <p:nvPr>
            <p:ph type="pic" idx="16397"/>
            <p:custDataLst>
              <p:tags r:id="rId13"/>
            </p:custDataLst>
          </p:nvPr>
        </p:nvPicPr>
        <p:blipFill>
          <a:blip r:embed="rId14"/>
          <a:srcRect t="9063" b="9063"/>
          <a:stretch>
            <a:fillRect/>
          </a:stretch>
        </p:blipFill>
        <p:spPr>
          <a:xfrm>
            <a:off x="8128000" y="1524000"/>
            <a:ext cx="3454400" cy="2032000"/>
          </a:xfrm>
          <a:custGeom>
            <a:avLst/>
            <a:gdLst>
              <a:gd name="connisteX0" fmla="*/ 0 w 3454400"/>
              <a:gd name="connsiteY0" fmla="*/ 203200 h 2032000"/>
              <a:gd name="connisteX1" fmla="*/ 203200 w 3454400"/>
              <a:gd name="connsiteY1" fmla="*/ 0 h 2032000"/>
              <a:gd name="connisteX2" fmla="*/ 3251200 w 3454400"/>
              <a:gd name="connsiteY2" fmla="*/ 0 h 2032000"/>
              <a:gd name="connisteX3" fmla="*/ 3454400 w 3454400"/>
              <a:gd name="connsiteY3" fmla="*/ 203200 h 2032000"/>
              <a:gd name="connisteX4" fmla="*/ 3454400 w 3454400"/>
              <a:gd name="connsiteY4" fmla="*/ 2032000 h 2032000"/>
              <a:gd name="connisteX5" fmla="*/ 0 w 3454400"/>
              <a:gd name="connsiteY5" fmla="*/ 2032000 h 2032000"/>
              <a:gd name="connisteX6" fmla="*/ 0 w 3454400"/>
              <a:gd name="connsiteY6" fmla="*/ 203200 h 203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454400" h="2032000">
                <a:moveTo>
                  <a:pt x="0" y="203200"/>
                </a:moveTo>
                <a:cubicBezTo>
                  <a:pt x="0" y="90976"/>
                  <a:pt x="90976" y="0"/>
                  <a:pt x="203200" y="0"/>
                </a:cubicBezTo>
                <a:lnTo>
                  <a:pt x="3251200" y="0"/>
                </a:lnTo>
                <a:cubicBezTo>
                  <a:pt x="3363424" y="0"/>
                  <a:pt x="3454400" y="90976"/>
                  <a:pt x="3454400" y="203200"/>
                </a:cubicBezTo>
                <a:lnTo>
                  <a:pt x="3454400" y="2032000"/>
                </a:lnTo>
                <a:lnTo>
                  <a:pt x="0" y="2032000"/>
                </a:lnTo>
                <a:lnTo>
                  <a:pt x="0" y="203200"/>
                </a:lnTo>
                <a:close/>
              </a:path>
            </a:pathLst>
          </a:custGeom>
        </p:spPr>
      </p:pic>
      <p:sp>
        <p:nvSpPr>
          <p:cNvPr id="13" name="文本占位符 12"/>
          <p:cNvSpPr>
            <a:spLocks noGrp="1"/>
          </p:cNvSpPr>
          <p:nvPr>
            <p:ph type="body" idx="16390"/>
            <p:custDataLst>
              <p:tags r:id="rId15"/>
            </p:custDataLst>
          </p:nvPr>
        </p:nvSpPr>
        <p:spPr/>
        <p:txBody>
          <a:bodyPr>
            <a:normAutofit/>
          </a:bodyPr>
          <a:p>
            <a:r>
              <a:rPr lang="zh-CN" altLang="en-US"/>
              <a:t>三叉神经</a:t>
            </a:r>
            <a:endParaRPr lang="zh-CN" altLang="en-US"/>
          </a:p>
        </p:txBody>
      </p:sp>
      <p:sp>
        <p:nvSpPr>
          <p:cNvPr id="14" name="文本占位符 13"/>
          <p:cNvSpPr>
            <a:spLocks noGrp="1"/>
          </p:cNvSpPr>
          <p:nvPr>
            <p:ph type="body" idx="16391"/>
            <p:custDataLst>
              <p:tags r:id="rId16"/>
            </p:custDataLst>
          </p:nvPr>
        </p:nvSpPr>
        <p:spPr/>
        <p:txBody>
          <a:bodyPr>
            <a:normAutofit/>
          </a:bodyPr>
          <a:p>
            <a:r>
              <a:rPr lang="zh-CN" altLang="en-US"/>
              <a:t>三叉神经走行复杂，Kawase入路手术中需保护其功能避免损伤。临床意义：术中识别三叉神经半月节及分支可降低术后三叉神经痛或感觉障碍的发生率。</a:t>
            </a:r>
            <a:endParaRPr lang="zh-CN" altLang="en-US"/>
          </a:p>
        </p:txBody>
      </p:sp>
    </p:spTree>
    <p:custDataLst>
      <p:tags r:id="rId1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解剖层次关系</a:t>
            </a:r>
            <a:endParaRPr lang="zh-CN" altLang="en-US"/>
          </a:p>
        </p:txBody>
      </p:sp>
      <p:sp>
        <p:nvSpPr>
          <p:cNvPr id="3" name="装饰  1"/>
          <p:cNvSpPr>
            <a:spLocks noGrp="1"/>
          </p:cNvSpPr>
          <p:nvPr>
            <p:ph type="body" idx="16390"/>
            <p:custDataLst>
              <p:tags r:id="rId2"/>
            </p:custDataLst>
          </p:nvPr>
        </p:nvSpPr>
        <p:spPr/>
        <p:txBody>
          <a:bodyPr/>
          <a:p>
            <a:r>
              <a:rPr lang="zh-CN" altLang="en-US"/>
              <a:t> </a:t>
            </a:r>
            <a:endParaRPr lang="zh-CN" altLang="en-US"/>
          </a:p>
        </p:txBody>
      </p:sp>
      <p:pic>
        <p:nvPicPr>
          <p:cNvPr id="4" name="图片占位符 3" descr="ad7c1414-da1c-11f0-bc8a-ded9d5ce4896"/>
          <p:cNvPicPr>
            <a:picLocks noChangeAspect="1"/>
          </p:cNvPicPr>
          <p:nvPr>
            <p:ph type="pic" idx="16391"/>
            <p:custDataLst>
              <p:tags r:id="rId3"/>
            </p:custDataLst>
          </p:nvPr>
        </p:nvPicPr>
        <p:blipFill>
          <a:blip r:embed="rId4"/>
          <a:srcRect t="13750" b="13750"/>
          <a:stretch>
            <a:fillRect/>
          </a:stretch>
        </p:blipFill>
        <p:spPr>
          <a:xfrm>
            <a:off x="609600" y="15240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p:spPr>
      </p:pic>
      <p:sp>
        <p:nvSpPr>
          <p:cNvPr id="5" name="文本占位符 4"/>
          <p:cNvSpPr>
            <a:spLocks noGrp="1"/>
          </p:cNvSpPr>
          <p:nvPr>
            <p:ph type="body" idx="16386"/>
            <p:custDataLst>
              <p:tags r:id="rId5"/>
            </p:custDataLst>
          </p:nvPr>
        </p:nvSpPr>
        <p:spPr/>
        <p:txBody>
          <a:bodyPr>
            <a:normAutofit/>
          </a:bodyPr>
          <a:p>
            <a:r>
              <a:rPr lang="zh-CN" altLang="en-US"/>
              <a:t>硬膜外层次关系</a:t>
            </a:r>
            <a:endParaRPr lang="zh-CN" altLang="en-US"/>
          </a:p>
        </p:txBody>
      </p:sp>
      <p:sp>
        <p:nvSpPr>
          <p:cNvPr id="6" name="文本占位符 5"/>
          <p:cNvSpPr>
            <a:spLocks noGrp="1"/>
          </p:cNvSpPr>
          <p:nvPr>
            <p:ph type="body" idx="16387"/>
            <p:custDataLst>
              <p:tags r:id="rId6"/>
            </p:custDataLst>
          </p:nvPr>
        </p:nvSpPr>
        <p:spPr/>
        <p:txBody>
          <a:bodyPr>
            <a:normAutofit/>
          </a:bodyPr>
          <a:p>
            <a:r>
              <a:rPr lang="zh-CN" altLang="en-US"/>
              <a:t>在硬膜外，Kawase入路涉及岩尖与海绵窦等结构的毗邻关系。临床意义：掌握硬膜外层次关系可指导手术分离顺序，减少对脑</a:t>
            </a:r>
            <a:r>
              <a:rPr lang="zh-CN" altLang="en-US"/>
              <a:t>组织损伤。</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pic>
        <p:nvPicPr>
          <p:cNvPr id="8" name="图片占位符 7" descr="ad7c13c9-da1c-11f0-bc8a-ded9d5ce4896"/>
          <p:cNvPicPr>
            <a:picLocks noChangeAspect="1"/>
          </p:cNvPicPr>
          <p:nvPr>
            <p:ph type="pic" idx="16393"/>
            <p:custDataLst>
              <p:tags r:id="rId8"/>
            </p:custDataLst>
          </p:nvPr>
        </p:nvPicPr>
        <p:blipFill>
          <a:blip r:embed="rId9"/>
          <a:srcRect t="24491" b="24491"/>
          <a:stretch>
            <a:fillRect/>
          </a:stretch>
        </p:blipFill>
        <p:spPr>
          <a:xfrm>
            <a:off x="609600" y="4038600"/>
            <a:ext cx="4572000" cy="2209800"/>
          </a:xfrm>
          <a:custGeom>
            <a:avLst/>
            <a:gdLst>
              <a:gd name="connisteX0" fmla="*/ 0 w 4572000"/>
              <a:gd name="connsiteY0" fmla="*/ 203200 h 2209800"/>
              <a:gd name="connisteX1" fmla="*/ 203200 w 4572000"/>
              <a:gd name="connsiteY1" fmla="*/ 0 h 2209800"/>
              <a:gd name="connisteX2" fmla="*/ 4572000 w 4572000"/>
              <a:gd name="connsiteY2" fmla="*/ 0 h 2209800"/>
              <a:gd name="connisteX3" fmla="*/ 4572000 w 4572000"/>
              <a:gd name="connsiteY3" fmla="*/ 2209800 h 2209800"/>
              <a:gd name="connisteX4" fmla="*/ 203200 w 4572000"/>
              <a:gd name="connsiteY4" fmla="*/ 2209800 h 2209800"/>
              <a:gd name="connisteX5" fmla="*/ 0 w 4572000"/>
              <a:gd name="connsiteY5" fmla="*/ 2006600 h 2209800"/>
              <a:gd name="connisteX6" fmla="*/ 0 w 4572000"/>
              <a:gd name="connsiteY6"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4572000" h="2209800">
                <a:moveTo>
                  <a:pt x="0" y="203200"/>
                </a:moveTo>
                <a:cubicBezTo>
                  <a:pt x="0" y="90976"/>
                  <a:pt x="90976" y="0"/>
                  <a:pt x="203200" y="0"/>
                </a:cubicBezTo>
                <a:lnTo>
                  <a:pt x="4572000" y="0"/>
                </a:lnTo>
                <a:lnTo>
                  <a:pt x="4572000" y="2209800"/>
                </a:lnTo>
                <a:lnTo>
                  <a:pt x="203200" y="2209800"/>
                </a:lnTo>
                <a:cubicBezTo>
                  <a:pt x="90976" y="2209800"/>
                  <a:pt x="0" y="2118824"/>
                  <a:pt x="0" y="2006600"/>
                </a:cubicBezTo>
                <a:lnTo>
                  <a:pt x="0" y="203200"/>
                </a:lnTo>
                <a:close/>
              </a:path>
            </a:pathLst>
          </a:custGeom>
        </p:spPr>
      </p:pic>
      <p:sp>
        <p:nvSpPr>
          <p:cNvPr id="9" name="文本占位符 8"/>
          <p:cNvSpPr>
            <a:spLocks noGrp="1"/>
          </p:cNvSpPr>
          <p:nvPr>
            <p:ph type="body" idx="16388"/>
            <p:custDataLst>
              <p:tags r:id="rId10"/>
            </p:custDataLst>
          </p:nvPr>
        </p:nvSpPr>
        <p:spPr/>
        <p:txBody>
          <a:bodyPr>
            <a:normAutofit/>
          </a:bodyPr>
          <a:p>
            <a:r>
              <a:rPr lang="zh-CN" altLang="en-US"/>
              <a:t>神经血管层次关系</a:t>
            </a:r>
            <a:endParaRPr lang="zh-CN" altLang="en-US"/>
          </a:p>
        </p:txBody>
      </p:sp>
      <p:sp>
        <p:nvSpPr>
          <p:cNvPr id="10" name="文本占位符 9"/>
          <p:cNvSpPr>
            <a:spLocks noGrp="1"/>
          </p:cNvSpPr>
          <p:nvPr>
            <p:ph type="body" idx="16389"/>
            <p:custDataLst>
              <p:tags r:id="rId11"/>
            </p:custDataLst>
          </p:nvPr>
        </p:nvSpPr>
        <p:spPr/>
        <p:txBody>
          <a:bodyPr>
            <a:normAutofit fontScale="90000"/>
          </a:bodyPr>
          <a:p>
            <a:r>
              <a:rPr lang="zh-CN" altLang="en-US"/>
              <a:t>该入路中，三叉神经，外展</a:t>
            </a:r>
            <a:r>
              <a:rPr lang="zh-CN" altLang="en-US"/>
              <a:t>神经，动眼神经，面听神经与大脑后动脉，小脑上动脉等神经血管有特定层次分布。临床意义：明确神经血管层次分布可避免术中误判，保护颅底神经功能，预防术后神经功能</a:t>
            </a:r>
            <a:r>
              <a:rPr lang="zh-CN" altLang="en-US"/>
              <a:t>损害。</a:t>
            </a:r>
            <a:endParaRPr lang="zh-CN" altLang="en-US"/>
          </a:p>
        </p:txBody>
      </p:sp>
    </p:spTree>
    <p:custDataLst>
      <p:tags r:id="rId1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重要毗邻结构</a:t>
            </a:r>
            <a:endParaRPr lang="zh-CN" altLang="en-US"/>
          </a:p>
        </p:txBody>
      </p:sp>
      <p:sp>
        <p:nvSpPr>
          <p:cNvPr id="3" name="装饰  1"/>
          <p:cNvSpPr>
            <a:spLocks noGrp="1"/>
          </p:cNvSpPr>
          <p:nvPr>
            <p:ph type="body" idx="16395"/>
            <p:custDataLst>
              <p:tags r:id="rId2"/>
            </p:custDataLst>
          </p:nvPr>
        </p:nvSpPr>
        <p:spPr/>
        <p:txBody>
          <a:bodyPr/>
          <a:p>
            <a:r>
              <a:rPr lang="zh-CN" altLang="en-US"/>
              <a:t> </a:t>
            </a:r>
            <a:endParaRPr lang="zh-CN" altLang="en-US"/>
          </a:p>
        </p:txBody>
      </p:sp>
      <p:sp>
        <p:nvSpPr>
          <p:cNvPr id="4" name="文本占位符 3"/>
          <p:cNvSpPr>
            <a:spLocks noGrp="1"/>
          </p:cNvSpPr>
          <p:nvPr>
            <p:ph type="body" idx="16388"/>
            <p:custDataLst>
              <p:tags r:id="rId3"/>
            </p:custDataLst>
          </p:nvPr>
        </p:nvSpPr>
        <p:spPr/>
        <p:txBody>
          <a:bodyPr/>
          <a:p>
            <a:r>
              <a:rPr lang="zh-CN" altLang="en-US"/>
              <a:t>01</a:t>
            </a:r>
            <a:endParaRPr lang="zh-CN" altLang="en-US"/>
          </a:p>
        </p:txBody>
      </p:sp>
      <p:sp>
        <p:nvSpPr>
          <p:cNvPr id="5" name="文本占位符 4"/>
          <p:cNvSpPr>
            <a:spLocks noGrp="1"/>
          </p:cNvSpPr>
          <p:nvPr>
            <p:ph type="body" idx="16386"/>
            <p:custDataLst>
              <p:tags r:id="rId4"/>
            </p:custDataLst>
          </p:nvPr>
        </p:nvSpPr>
        <p:spPr/>
        <p:txBody>
          <a:bodyPr>
            <a:normAutofit/>
          </a:bodyPr>
          <a:p>
            <a:r>
              <a:rPr lang="zh-CN" altLang="en-US"/>
              <a:t>三叉神经</a:t>
            </a:r>
            <a:endParaRPr lang="zh-CN" altLang="en-US"/>
          </a:p>
        </p:txBody>
      </p:sp>
      <p:sp>
        <p:nvSpPr>
          <p:cNvPr id="6" name="文本占位符 5"/>
          <p:cNvSpPr>
            <a:spLocks noGrp="1"/>
          </p:cNvSpPr>
          <p:nvPr>
            <p:ph type="body" idx="16387"/>
            <p:custDataLst>
              <p:tags r:id="rId5"/>
            </p:custDataLst>
          </p:nvPr>
        </p:nvSpPr>
        <p:spPr/>
        <p:txBody>
          <a:bodyPr>
            <a:normAutofit/>
          </a:bodyPr>
          <a:p>
            <a:r>
              <a:rPr lang="zh-CN" altLang="en-US"/>
              <a:t>三叉神经与Kawase入路紧密相邻，临床手术需精准避开以免损伤。临床意义：术前影像学定位三叉神经与岩尖的距离，可优化手术路径，降低神经损伤风险。</a:t>
            </a:r>
            <a:endParaRPr lang="zh-CN" altLang="en-US"/>
          </a:p>
        </p:txBody>
      </p:sp>
      <p:sp>
        <p:nvSpPr>
          <p:cNvPr id="7" name="装饰  5"/>
          <p:cNvSpPr>
            <a:spLocks noGrp="1"/>
          </p:cNvSpPr>
          <p:nvPr>
            <p:ph type="body" idx="16396"/>
            <p:custDataLst>
              <p:tags r:id="rId6"/>
            </p:custDataLst>
          </p:nvPr>
        </p:nvSpPr>
        <p:spPr/>
        <p:txBody>
          <a:bodyPr/>
          <a:p>
            <a:r>
              <a:rPr lang="zh-CN" altLang="en-US"/>
              <a:t> </a:t>
            </a:r>
            <a:endParaRPr lang="zh-CN" altLang="en-US"/>
          </a:p>
        </p:txBody>
      </p:sp>
      <p:sp>
        <p:nvSpPr>
          <p:cNvPr id="8" name="文本占位符 7"/>
          <p:cNvSpPr>
            <a:spLocks noGrp="1"/>
          </p:cNvSpPr>
          <p:nvPr>
            <p:ph type="body" idx="16391"/>
            <p:custDataLst>
              <p:tags r:id="rId7"/>
            </p:custDataLst>
          </p:nvPr>
        </p:nvSpPr>
        <p:spPr/>
        <p:txBody>
          <a:bodyPr/>
          <a:p>
            <a:r>
              <a:rPr lang="zh-CN" altLang="en-US"/>
              <a:t>02</a:t>
            </a:r>
            <a:endParaRPr lang="zh-CN" altLang="en-US"/>
          </a:p>
        </p:txBody>
      </p:sp>
      <p:sp>
        <p:nvSpPr>
          <p:cNvPr id="9" name="文本占位符 8"/>
          <p:cNvSpPr>
            <a:spLocks noGrp="1"/>
          </p:cNvSpPr>
          <p:nvPr>
            <p:ph type="body" idx="16389"/>
            <p:custDataLst>
              <p:tags r:id="rId8"/>
            </p:custDataLst>
          </p:nvPr>
        </p:nvSpPr>
        <p:spPr/>
        <p:txBody>
          <a:bodyPr>
            <a:normAutofit/>
          </a:bodyPr>
          <a:p>
            <a:r>
              <a:rPr lang="zh-CN" altLang="en-US"/>
              <a:t>岩下窦</a:t>
            </a:r>
            <a:endParaRPr lang="zh-CN" altLang="en-US"/>
          </a:p>
        </p:txBody>
      </p:sp>
      <p:sp>
        <p:nvSpPr>
          <p:cNvPr id="10" name="文本占位符 9"/>
          <p:cNvSpPr>
            <a:spLocks noGrp="1"/>
          </p:cNvSpPr>
          <p:nvPr>
            <p:ph type="body" idx="16390"/>
            <p:custDataLst>
              <p:tags r:id="rId9"/>
            </p:custDataLst>
          </p:nvPr>
        </p:nvSpPr>
        <p:spPr/>
        <p:txBody>
          <a:bodyPr>
            <a:normAutofit/>
          </a:bodyPr>
          <a:p>
            <a:r>
              <a:rPr lang="zh-CN" altLang="en-US"/>
              <a:t>岩下窦在Kawase入路区域，手术操作中要注意其走行避免出血。临床意义：岩下窦的变异走行（如高位起始）可能增加静脉出血风险，需术中实时导航确认。</a:t>
            </a:r>
            <a:endParaRPr lang="zh-CN" altLang="en-US"/>
          </a:p>
        </p:txBody>
      </p:sp>
      <p:sp>
        <p:nvSpPr>
          <p:cNvPr id="11" name="装饰  9"/>
          <p:cNvSpPr>
            <a:spLocks noGrp="1"/>
          </p:cNvSpPr>
          <p:nvPr>
            <p:ph type="body" idx="16397"/>
            <p:custDataLst>
              <p:tags r:id="rId10"/>
            </p:custDataLst>
          </p:nvPr>
        </p:nvSpPr>
        <p:spPr/>
        <p:txBody>
          <a:bodyPr/>
          <a:p>
            <a:r>
              <a:rPr lang="zh-CN" altLang="en-US"/>
              <a:t> </a:t>
            </a:r>
            <a:endParaRPr lang="zh-CN" altLang="en-US"/>
          </a:p>
        </p:txBody>
      </p:sp>
      <p:sp>
        <p:nvSpPr>
          <p:cNvPr id="12" name="文本占位符 11"/>
          <p:cNvSpPr>
            <a:spLocks noGrp="1"/>
          </p:cNvSpPr>
          <p:nvPr>
            <p:ph type="body" idx="16394"/>
            <p:custDataLst>
              <p:tags r:id="rId11"/>
            </p:custDataLst>
          </p:nvPr>
        </p:nvSpPr>
        <p:spPr/>
        <p:txBody>
          <a:bodyPr/>
          <a:p>
            <a:r>
              <a:rPr lang="zh-CN" altLang="en-US"/>
              <a:t>03</a:t>
            </a:r>
            <a:endParaRPr lang="zh-CN" altLang="en-US"/>
          </a:p>
        </p:txBody>
      </p:sp>
      <p:sp>
        <p:nvSpPr>
          <p:cNvPr id="13" name="文本占位符 12"/>
          <p:cNvSpPr>
            <a:spLocks noGrp="1"/>
          </p:cNvSpPr>
          <p:nvPr>
            <p:ph type="body" idx="16392"/>
            <p:custDataLst>
              <p:tags r:id="rId12"/>
            </p:custDataLst>
          </p:nvPr>
        </p:nvSpPr>
        <p:spPr/>
        <p:txBody>
          <a:bodyPr>
            <a:normAutofit/>
          </a:bodyPr>
          <a:p>
            <a:r>
              <a:rPr lang="zh-CN" altLang="en-US"/>
              <a:t>颈内动脉岩段</a:t>
            </a:r>
            <a:endParaRPr lang="zh-CN" altLang="en-US"/>
          </a:p>
        </p:txBody>
      </p:sp>
      <p:sp>
        <p:nvSpPr>
          <p:cNvPr id="14" name="文本占位符 13"/>
          <p:cNvSpPr>
            <a:spLocks noGrp="1"/>
          </p:cNvSpPr>
          <p:nvPr>
            <p:ph type="body" idx="16393"/>
            <p:custDataLst>
              <p:tags r:id="rId13"/>
            </p:custDataLst>
          </p:nvPr>
        </p:nvSpPr>
        <p:spPr/>
        <p:txBody>
          <a:bodyPr>
            <a:normAutofit/>
          </a:bodyPr>
          <a:p>
            <a:r>
              <a:rPr lang="zh-CN" altLang="en-US"/>
              <a:t>颈内动脉岩段是关键结构，解剖时需清晰辨认防止引发严重后果。临床意义：颈内动脉岩段的骨管完整性是判断能否安全磨除岩尖的重要依据，其破裂可导致致命性大出血。</a:t>
            </a:r>
            <a:endParaRPr lang="zh-CN" altLang="en-US"/>
          </a:p>
        </p:txBody>
      </p:sp>
    </p:spTree>
    <p:custDataLst>
      <p:tags r:id="rId1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内容占位符 16" descr="微信图片_20230210111916"/>
          <p:cNvPicPr>
            <a:picLocks noChangeAspect="1"/>
          </p:cNvPicPr>
          <p:nvPr>
            <p:ph sz="half" idx="2"/>
            <p:custDataLst>
              <p:tags r:id="rId1"/>
            </p:custDataLst>
          </p:nvPr>
        </p:nvPicPr>
        <p:blipFill>
          <a:blip r:embed="rId2"/>
          <a:srcRect l="3574" r="3574"/>
          <a:stretch>
            <a:fillRect/>
          </a:stretch>
        </p:blipFill>
        <p:spPr>
          <a:xfrm>
            <a:off x="695960" y="1155700"/>
            <a:ext cx="5323840" cy="5019675"/>
          </a:xfrm>
        </p:spPr>
      </p:pic>
      <p:pic>
        <p:nvPicPr>
          <p:cNvPr id="22" name="内容占位符 21" descr="微信图片_20230210111944"/>
          <p:cNvPicPr>
            <a:picLocks noChangeAspect="1"/>
          </p:cNvPicPr>
          <p:nvPr>
            <p:ph sz="quarter" idx="4"/>
            <p:custDataLst>
              <p:tags r:id="rId3"/>
            </p:custDataLst>
          </p:nvPr>
        </p:nvPicPr>
        <p:blipFill>
          <a:blip r:embed="rId4"/>
          <a:stretch>
            <a:fillRect/>
          </a:stretch>
        </p:blipFill>
        <p:spPr>
          <a:xfrm>
            <a:off x="6172200" y="1176020"/>
            <a:ext cx="5323840" cy="49999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内容占位符 6" descr="C:/Users/Administrator/Desktop/Kawase入路-2025解剖大会/捕获24.JPG捕获24"/>
          <p:cNvPicPr>
            <a:picLocks noChangeAspect="1"/>
          </p:cNvPicPr>
          <p:nvPr>
            <p:ph sz="half" idx="2"/>
            <p:custDataLst>
              <p:tags r:id="rId1"/>
            </p:custDataLst>
          </p:nvPr>
        </p:nvPicPr>
        <p:blipFill>
          <a:blip r:embed="rId2"/>
          <a:srcRect t="2523" b="2523"/>
          <a:stretch>
            <a:fillRect/>
          </a:stretch>
        </p:blipFill>
        <p:spPr>
          <a:xfrm>
            <a:off x="6472555" y="1076960"/>
            <a:ext cx="5487670" cy="4580255"/>
          </a:xfrm>
          <a:prstGeom prst="rect">
            <a:avLst/>
          </a:prstGeom>
        </p:spPr>
      </p:pic>
      <p:pic>
        <p:nvPicPr>
          <p:cNvPr id="8" name="内容占位符 7" descr="C:/Users/Administrator/Desktop/Kawase入路-2025解剖大会/捕获20.JPG捕获20"/>
          <p:cNvPicPr>
            <a:picLocks noChangeAspect="1"/>
          </p:cNvPicPr>
          <p:nvPr>
            <p:ph sz="quarter" idx="4"/>
            <p:custDataLst>
              <p:tags r:id="rId3"/>
            </p:custDataLst>
          </p:nvPr>
        </p:nvPicPr>
        <p:blipFill>
          <a:blip r:embed="rId4"/>
          <a:srcRect t="245" b="245"/>
          <a:stretch>
            <a:fillRect/>
          </a:stretch>
        </p:blipFill>
        <p:spPr>
          <a:xfrm>
            <a:off x="695960" y="1076325"/>
            <a:ext cx="5323840" cy="45815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Kawase入路解剖数据</a:t>
            </a:r>
            <a:endParaRPr lang="zh-CN" altLang="en-US"/>
          </a:p>
        </p:txBody>
      </p:sp>
      <p:sp>
        <p:nvSpPr>
          <p:cNvPr id="3" name="节编号 3"/>
          <p:cNvSpPr>
            <a:spLocks noGrp="1"/>
          </p:cNvSpPr>
          <p:nvPr>
            <p:ph type="body" sz="quarter" idx="16386"/>
            <p:custDataLst>
              <p:tags r:id="rId2"/>
            </p:custDataLst>
          </p:nvPr>
        </p:nvSpPr>
        <p:spPr/>
        <p:txBody>
          <a:bodyPr/>
          <a:p>
            <a:r>
              <a:rPr lang="en-US" altLang="en-US"/>
              <a:t>03</a:t>
            </a:r>
            <a:endParaRPr lang="en-US"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455930" y="159385"/>
            <a:ext cx="9314180" cy="713105"/>
          </a:xfrm>
        </p:spPr>
        <p:txBody>
          <a:bodyPr>
            <a:normAutofit/>
          </a:bodyPr>
          <a:p>
            <a:r>
              <a:rPr lang="zh-CN" altLang="en-US"/>
              <a:t>关键结构测量数据</a:t>
            </a:r>
            <a:endParaRPr lang="zh-CN" altLang="en-US"/>
          </a:p>
        </p:txBody>
      </p:sp>
      <p:sp>
        <p:nvSpPr>
          <p:cNvPr id="3" name="装饰  1"/>
          <p:cNvSpPr>
            <a:spLocks noGrp="1"/>
          </p:cNvSpPr>
          <p:nvPr>
            <p:ph type="body" idx="16387"/>
            <p:custDataLst>
              <p:tags r:id="rId2"/>
            </p:custDataLst>
          </p:nvPr>
        </p:nvSpPr>
        <p:spPr>
          <a:xfrm>
            <a:off x="455930" y="685165"/>
            <a:ext cx="11556365" cy="5965825"/>
          </a:xfrm>
        </p:spPr>
        <p:txBody>
          <a:bodyPr/>
          <a:p>
            <a:r>
              <a:rPr lang="zh-CN" altLang="en-US"/>
              <a:t> </a:t>
            </a:r>
            <a:endParaRPr lang="zh-CN" altLang="en-US"/>
          </a:p>
        </p:txBody>
      </p:sp>
      <p:sp>
        <p:nvSpPr>
          <p:cNvPr id="4" name="文本占位符 3"/>
          <p:cNvSpPr>
            <a:spLocks noGrp="1"/>
          </p:cNvSpPr>
          <p:nvPr>
            <p:ph type="body" idx="16386"/>
            <p:custDataLst>
              <p:tags r:id="rId3"/>
            </p:custDataLst>
          </p:nvPr>
        </p:nvSpPr>
        <p:spPr>
          <a:xfrm>
            <a:off x="653415" y="872490"/>
            <a:ext cx="11161395" cy="4572000"/>
          </a:xfrm>
        </p:spPr>
        <p:txBody>
          <a:bodyPr>
            <a:noAutofit/>
          </a:bodyPr>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岩尖深度测量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研究表明，Kawase入路中岩尖平均深度约为7mm（最大磨除深度），为手术定位提供参考。</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内听道长度测量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临床数据显示，内听道平均长度约10-14mm（临床研究数据范围），对评估手术风险有重要意义。</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岩骨嵴距离测量</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解剖发现，Kawase入路中岩骨嵴与基底动脉距离约25mm，与颈内动脉距离约12-15mm，指导手术操作。</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弓状隆起到破裂孔距离</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解剖测量显示，弓状隆起到破裂孔的平均距离约18-22mm，为术中定位破裂孔提供参考。</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耳蜗定位数据</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耳蜗位于内听道下方约5mm处，其前缘与弓状隆起后缘的距离约8mm，是术中避免损伤耳蜗的重要标志。</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岩浅大神经与膝状神经节距离</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解剖测量显示，岩浅大神经管裂孔至膝状神经节的平均距离约7.39±0.20mm，为术中定位面神经膝状神经节提供解剖参考。</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Bef>
                <a:spcPct val="59000"/>
              </a:spcBef>
              <a:spcAft>
                <a:spcPct val="59000"/>
              </a:spcAft>
            </a:pPr>
            <a:r>
              <a:rPr lang="zh-CN" altLang="en-US" sz="2000">
                <a:latin typeface="宋体" panose="02010600030101010101" pitchFamily="2" charset="-122"/>
                <a:ea typeface="宋体" panose="02010600030101010101" pitchFamily="2" charset="-122"/>
                <a:cs typeface="宋体" panose="02010600030101010101" pitchFamily="2" charset="-122"/>
              </a:rPr>
              <a:t>内听道定位方法</a:t>
            </a:r>
            <a:endParaRPr lang="zh-CN" altLang="en-US" sz="2000">
              <a:latin typeface="宋体" panose="02010600030101010101" pitchFamily="2" charset="-122"/>
              <a:ea typeface="宋体" panose="02010600030101010101" pitchFamily="2" charset="-122"/>
              <a:cs typeface="宋体" panose="02010600030101010101" pitchFamily="2" charset="-122"/>
            </a:endParaRPr>
          </a:p>
          <a:p>
            <a:pPr fontAlgn="auto">
              <a:lnSpc>
                <a:spcPct val="60000"/>
              </a:lnSpc>
              <a:spcAft>
                <a:spcPct val="91000"/>
              </a:spcAft>
            </a:pPr>
            <a:r>
              <a:rPr lang="zh-CN" altLang="en-US" sz="1400">
                <a:latin typeface="宋体" panose="02010600030101010101" pitchFamily="2" charset="-122"/>
                <a:ea typeface="宋体" panose="02010600030101010101" pitchFamily="2" charset="-122"/>
                <a:cs typeface="宋体" panose="02010600030101010101" pitchFamily="2" charset="-122"/>
              </a:rPr>
              <a:t>内听道定位可参考弓状隆起与岩浅大神经的解剖关系，术中以弓状隆起为后界，向前磨除约8mm可达内听道前壁，结合导航技术提高定位精度。</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角度与距离数据</a:t>
            </a:r>
            <a:endParaRPr lang="zh-CN" altLang="en-US"/>
          </a:p>
        </p:txBody>
      </p:sp>
      <p:pic>
        <p:nvPicPr>
          <p:cNvPr id="3" name="内容占位符 2" descr="ad7640be-da1c-11f0-bb99-c6d316406279"/>
          <p:cNvPicPr>
            <a:picLocks noChangeAspect="1"/>
          </p:cNvPicPr>
          <p:nvPr>
            <p:ph idx="16392"/>
            <p:custDataLst>
              <p:tags r:id="rId2"/>
            </p:custDataLst>
          </p:nvPr>
        </p:nvPicPr>
        <p:blipFill>
          <a:blip r:embed="rId3"/>
          <a:srcRect t="271" b="271"/>
          <a:stretch>
            <a:fillRect/>
          </a:stretch>
        </p:blipFill>
        <p:spPr>
          <a:xfrm>
            <a:off x="7543800" y="609600"/>
            <a:ext cx="4038600" cy="5638800"/>
          </a:xfrm>
          <a:custGeom>
            <a:avLst/>
            <a:gdLst>
              <a:gd name="connisteX0" fmla="*/ 0 w 4038600"/>
              <a:gd name="connsiteY0" fmla="*/ 0 h 5638800"/>
              <a:gd name="connisteX1" fmla="*/ 4038600 w 4038600"/>
              <a:gd name="connsiteY1" fmla="*/ 0 h 5638800"/>
              <a:gd name="connisteX2" fmla="*/ 4038600 w 4038600"/>
              <a:gd name="connsiteY2" fmla="*/ 5638800 h 5638800"/>
              <a:gd name="connisteX3" fmla="*/ 0 w 4038600"/>
              <a:gd name="connsiteY3" fmla="*/ 5638800 h 5638800"/>
              <a:gd name="connisteX4" fmla="*/ 0 w 4038600"/>
              <a:gd name="connsiteY4" fmla="*/ 0 h 5638800"/>
            </a:gdLst>
            <a:ahLst/>
            <a:cxnLst>
              <a:cxn ang="0">
                <a:pos x="connisteX0" y="connsiteY0"/>
              </a:cxn>
              <a:cxn ang="0">
                <a:pos x="connisteX1" y="connsiteY1"/>
              </a:cxn>
              <a:cxn ang="0">
                <a:pos x="connisteX2" y="connsiteY2"/>
              </a:cxn>
              <a:cxn ang="0">
                <a:pos x="connisteX3" y="connsiteY3"/>
              </a:cxn>
              <a:cxn ang="0">
                <a:pos x="connisteX4" y="connsiteY4"/>
              </a:cxn>
            </a:cxnLst>
            <a:pathLst>
              <a:path w="4038600" h="5638800">
                <a:moveTo>
                  <a:pt x="0" y="0"/>
                </a:moveTo>
                <a:lnTo>
                  <a:pt x="4038600" y="0"/>
                </a:lnTo>
                <a:lnTo>
                  <a:pt x="4038600" y="5638800"/>
                </a:lnTo>
                <a:lnTo>
                  <a:pt x="0" y="5638800"/>
                </a:lnTo>
                <a:lnTo>
                  <a:pt x="0" y="0"/>
                </a:lnTo>
                <a:close/>
              </a:path>
            </a:pathLst>
          </a:custGeom>
        </p:spPr>
      </p:pic>
      <p:sp>
        <p:nvSpPr>
          <p:cNvPr id="4" name="装饰  2"/>
          <p:cNvSpPr>
            <a:spLocks noGrp="1"/>
          </p:cNvSpPr>
          <p:nvPr>
            <p:ph type="body" idx="16393"/>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normAutofit/>
          </a:bodyPr>
          <a:p>
            <a:r>
              <a:rPr lang="zh-CN" altLang="en-US"/>
              <a:t>岩尖与斜坡夹角</a:t>
            </a:r>
            <a:endParaRPr lang="zh-CN" altLang="en-US"/>
          </a:p>
        </p:txBody>
      </p:sp>
      <p:sp>
        <p:nvSpPr>
          <p:cNvPr id="6" name="文本占位符 5"/>
          <p:cNvSpPr>
            <a:spLocks noGrp="1"/>
          </p:cNvSpPr>
          <p:nvPr>
            <p:ph type="body" idx="16387"/>
            <p:custDataLst>
              <p:tags r:id="rId6"/>
            </p:custDataLst>
          </p:nvPr>
        </p:nvSpPr>
        <p:spPr/>
        <p:txBody>
          <a:bodyPr>
            <a:normAutofit/>
          </a:bodyPr>
          <a:p>
            <a:r>
              <a:rPr lang="zh-CN" altLang="en-US"/>
              <a:t>临床测量显示，岩尖与斜坡夹角约30-45度，该角度数据对精准定位Kawase入路范围很关键。</a:t>
            </a:r>
            <a:endParaRPr lang="zh-CN" altLang="en-US"/>
          </a:p>
        </p:txBody>
      </p:sp>
      <p:sp>
        <p:nvSpPr>
          <p:cNvPr id="7" name="装饰  5"/>
          <p:cNvSpPr>
            <a:spLocks noGrp="1"/>
          </p:cNvSpPr>
          <p:nvPr>
            <p:ph type="body" idx="16394"/>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normAutofit/>
          </a:bodyPr>
          <a:p>
            <a:r>
              <a:rPr lang="zh-CN" altLang="en-US"/>
              <a:t>内听道与岩尖距离</a:t>
            </a:r>
            <a:endParaRPr lang="zh-CN" altLang="en-US"/>
          </a:p>
        </p:txBody>
      </p:sp>
      <p:sp>
        <p:nvSpPr>
          <p:cNvPr id="9" name="文本占位符 8"/>
          <p:cNvSpPr>
            <a:spLocks noGrp="1"/>
          </p:cNvSpPr>
          <p:nvPr>
            <p:ph type="body" idx="16389"/>
            <p:custDataLst>
              <p:tags r:id="rId9"/>
            </p:custDataLst>
          </p:nvPr>
        </p:nvSpPr>
        <p:spPr/>
        <p:txBody>
          <a:bodyPr>
            <a:normAutofit/>
          </a:bodyPr>
          <a:p>
            <a:r>
              <a:rPr lang="zh-CN" altLang="en-US"/>
              <a:t>解剖研究表明，内听道与岩尖距离约5-8mm，此距离数据为判断病变是否累及内听道提供重要参考。</a:t>
            </a:r>
            <a:endParaRPr lang="zh-CN" altLang="en-US"/>
          </a:p>
        </p:txBody>
      </p:sp>
      <p:sp>
        <p:nvSpPr>
          <p:cNvPr id="10" name="装饰  8"/>
          <p:cNvSpPr>
            <a:spLocks noGrp="1"/>
          </p:cNvSpPr>
          <p:nvPr>
            <p:ph type="body" idx="16395"/>
            <p:custDataLst>
              <p:tags r:id="rId10"/>
            </p:custDataLst>
          </p:nvPr>
        </p:nvSpPr>
        <p:spPr/>
        <p:txBody>
          <a:bodyPr/>
          <a:p>
            <a:r>
              <a:rPr lang="zh-CN" altLang="en-US"/>
              <a:t> </a:t>
            </a:r>
            <a:endParaRPr lang="zh-CN" altLang="en-US"/>
          </a:p>
        </p:txBody>
      </p:sp>
      <p:sp>
        <p:nvSpPr>
          <p:cNvPr id="11" name="文本占位符 10"/>
          <p:cNvSpPr>
            <a:spLocks noGrp="1"/>
          </p:cNvSpPr>
          <p:nvPr>
            <p:ph type="body" idx="16390"/>
            <p:custDataLst>
              <p:tags r:id="rId11"/>
            </p:custDataLst>
          </p:nvPr>
        </p:nvSpPr>
        <p:spPr/>
        <p:txBody>
          <a:bodyPr>
            <a:normAutofit/>
          </a:bodyPr>
          <a:p>
            <a:r>
              <a:rPr lang="zh-CN" altLang="en-US"/>
              <a:t>磨除骨质宽度距离</a:t>
            </a:r>
            <a:endParaRPr lang="zh-CN" altLang="en-US"/>
          </a:p>
        </p:txBody>
      </p:sp>
      <p:sp>
        <p:nvSpPr>
          <p:cNvPr id="12" name="文本占位符 11"/>
          <p:cNvSpPr>
            <a:spLocks noGrp="1"/>
          </p:cNvSpPr>
          <p:nvPr>
            <p:ph type="body" idx="16391"/>
            <p:custDataLst>
              <p:tags r:id="rId12"/>
            </p:custDataLst>
          </p:nvPr>
        </p:nvSpPr>
        <p:spPr/>
        <p:txBody>
          <a:bodyPr>
            <a:normAutofit/>
          </a:bodyPr>
          <a:p>
            <a:r>
              <a:rPr lang="zh-CN" altLang="en-US"/>
              <a:t>临床常用范围显示，磨除骨质宽度约10-15mm，术中依据该宽度距离精准操作，降低对周围组织损伤风险。</a:t>
            </a:r>
            <a:endParaRPr lang="zh-CN" altLang="en-US"/>
          </a:p>
        </p:txBody>
      </p:sp>
    </p:spTree>
    <p:custDataLst>
      <p:tags r:id="rId1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变异情况数据</a:t>
            </a:r>
            <a:endParaRPr lang="zh-CN" altLang="en-US"/>
          </a:p>
        </p:txBody>
      </p:sp>
      <p:pic>
        <p:nvPicPr>
          <p:cNvPr id="3" name="内容占位符 2" descr="adc2b718-da1c-11f0-90d4-b2ec0adaed8f"/>
          <p:cNvPicPr>
            <a:picLocks noChangeAspect="1"/>
          </p:cNvPicPr>
          <p:nvPr>
            <p:ph idx="16390"/>
            <p:custDataLst>
              <p:tags r:id="rId2"/>
            </p:custDataLst>
          </p:nvPr>
        </p:nvPicPr>
        <p:blipFill>
          <a:blip r:embed="rId3"/>
          <a:srcRect r="35135"/>
          <a:stretch>
            <a:fillRect/>
          </a:stretch>
        </p:blipFill>
        <p:spPr>
          <a:xfrm>
            <a:off x="609600" y="609600"/>
            <a:ext cx="5486400" cy="5638800"/>
          </a:xfrm>
          <a:custGeom>
            <a:avLst/>
            <a:gdLst>
              <a:gd name="connisteX0" fmla="*/ 0 w 5486400"/>
              <a:gd name="connsiteY0" fmla="*/ 203200 h 5638800"/>
              <a:gd name="connisteX1" fmla="*/ 203200 w 5486400"/>
              <a:gd name="connsiteY1" fmla="*/ 0 h 5638800"/>
              <a:gd name="connisteX2" fmla="*/ 5283200 w 5486400"/>
              <a:gd name="connsiteY2" fmla="*/ 0 h 5638800"/>
              <a:gd name="connisteX3" fmla="*/ 5486400 w 5486400"/>
              <a:gd name="connsiteY3" fmla="*/ 203200 h 5638800"/>
              <a:gd name="connisteX4" fmla="*/ 5486400 w 5486400"/>
              <a:gd name="connsiteY4" fmla="*/ 5435600 h 5638800"/>
              <a:gd name="connisteX5" fmla="*/ 5283200 w 5486400"/>
              <a:gd name="connsiteY5" fmla="*/ 5638800 h 5638800"/>
              <a:gd name="connisteX6" fmla="*/ 203200 w 5486400"/>
              <a:gd name="connsiteY6" fmla="*/ 5638800 h 5638800"/>
              <a:gd name="connisteX7" fmla="*/ 0 w 5486400"/>
              <a:gd name="connsiteY7" fmla="*/ 5435600 h 5638800"/>
              <a:gd name="connisteX8" fmla="*/ 0 w 5486400"/>
              <a:gd name="connsiteY8" fmla="*/ 203200 h 5638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5638800">
                <a:moveTo>
                  <a:pt x="0" y="203200"/>
                </a:moveTo>
                <a:cubicBezTo>
                  <a:pt x="0" y="90976"/>
                  <a:pt x="90976" y="0"/>
                  <a:pt x="203200" y="0"/>
                </a:cubicBezTo>
                <a:lnTo>
                  <a:pt x="5283200" y="0"/>
                </a:lnTo>
                <a:cubicBezTo>
                  <a:pt x="5395424" y="0"/>
                  <a:pt x="5486400" y="90976"/>
                  <a:pt x="5486400" y="203200"/>
                </a:cubicBezTo>
                <a:lnTo>
                  <a:pt x="5486400" y="5435600"/>
                </a:lnTo>
                <a:cubicBezTo>
                  <a:pt x="5486400" y="5547824"/>
                  <a:pt x="5395424" y="5638800"/>
                  <a:pt x="5283200" y="5638800"/>
                </a:cubicBezTo>
                <a:lnTo>
                  <a:pt x="203200" y="5638800"/>
                </a:lnTo>
                <a:cubicBezTo>
                  <a:pt x="90976" y="5638800"/>
                  <a:pt x="0" y="5547824"/>
                  <a:pt x="0" y="5435600"/>
                </a:cubicBezTo>
                <a:lnTo>
                  <a:pt x="0" y="203200"/>
                </a:lnTo>
                <a:close/>
              </a:path>
            </a:pathLst>
          </a:custGeom>
        </p:spPr>
      </p:pic>
      <p:sp>
        <p:nvSpPr>
          <p:cNvPr id="4" name="装饰  2"/>
          <p:cNvSpPr>
            <a:spLocks noGrp="1"/>
          </p:cNvSpPr>
          <p:nvPr>
            <p:ph type="body" idx="16391"/>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normAutofit/>
          </a:bodyPr>
          <a:p>
            <a:r>
              <a:rPr lang="zh-CN" altLang="en-US"/>
              <a:t>骨结构变异类型</a:t>
            </a:r>
            <a:endParaRPr lang="zh-CN" altLang="en-US"/>
          </a:p>
        </p:txBody>
      </p:sp>
      <p:sp>
        <p:nvSpPr>
          <p:cNvPr id="6" name="文本占位符 5"/>
          <p:cNvSpPr>
            <a:spLocks noGrp="1"/>
          </p:cNvSpPr>
          <p:nvPr>
            <p:ph type="body" idx="16387"/>
            <p:custDataLst>
              <p:tags r:id="rId6"/>
            </p:custDataLst>
          </p:nvPr>
        </p:nvSpPr>
        <p:spPr/>
        <p:txBody>
          <a:bodyPr>
            <a:normAutofit lnSpcReduction="10000"/>
          </a:bodyPr>
          <a:p>
            <a:r>
              <a:rPr lang="zh-CN" altLang="en-US"/>
              <a:t>临床统计显示，Kawase入路处骨结构变异总发生率约15%，其中岩尖骨质增生占7%、内听道扩大占5%、骨管缺损占3%，变异类型影响磨除范围选择。</a:t>
            </a:r>
            <a:endParaRPr lang="zh-CN" altLang="en-US"/>
          </a:p>
        </p:txBody>
      </p:sp>
      <p:sp>
        <p:nvSpPr>
          <p:cNvPr id="7" name="装饰  5"/>
          <p:cNvSpPr>
            <a:spLocks noGrp="1"/>
          </p:cNvSpPr>
          <p:nvPr>
            <p:ph type="body" idx="16392"/>
            <p:custDataLst>
              <p:tags r:id="rId7"/>
            </p:custDataLst>
          </p:nvPr>
        </p:nvSpPr>
        <p:spPr/>
        <p:txBody>
          <a:bodyPr/>
          <a:p>
            <a:r>
              <a:rPr lang="zh-CN" altLang="en-US"/>
              <a:t> </a:t>
            </a:r>
            <a:endParaRPr lang="zh-CN" altLang="en-US"/>
          </a:p>
        </p:txBody>
      </p:sp>
      <p:sp>
        <p:nvSpPr>
          <p:cNvPr id="8" name="文本占位符 7"/>
          <p:cNvSpPr>
            <a:spLocks noGrp="1"/>
          </p:cNvSpPr>
          <p:nvPr>
            <p:ph type="body" idx="16388"/>
            <p:custDataLst>
              <p:tags r:id="rId8"/>
            </p:custDataLst>
          </p:nvPr>
        </p:nvSpPr>
        <p:spPr/>
        <p:txBody>
          <a:bodyPr>
            <a:normAutofit/>
          </a:bodyPr>
          <a:p>
            <a:r>
              <a:rPr lang="zh-CN" altLang="en-US"/>
              <a:t>血管走行变异影响</a:t>
            </a:r>
            <a:endParaRPr lang="zh-CN" altLang="en-US"/>
          </a:p>
        </p:txBody>
      </p:sp>
      <p:sp>
        <p:nvSpPr>
          <p:cNvPr id="9" name="文本占位符 8"/>
          <p:cNvSpPr>
            <a:spLocks noGrp="1"/>
          </p:cNvSpPr>
          <p:nvPr>
            <p:ph type="body" idx="16389"/>
            <p:custDataLst>
              <p:tags r:id="rId9"/>
            </p:custDataLst>
          </p:nvPr>
        </p:nvSpPr>
        <p:spPr/>
        <p:txBody>
          <a:bodyPr>
            <a:normAutofit/>
          </a:bodyPr>
          <a:p>
            <a:r>
              <a:rPr lang="zh-CN" altLang="en-US"/>
              <a:t>解剖研究发现，Kawase入路血管走行变异发生率约8%，主要为颈内动脉岩段分支异常，可增加术中出血风险，需术前通过CTA评估走行</a:t>
            </a:r>
            <a:endParaRPr lang="zh-CN" altLang="en-US"/>
          </a:p>
        </p:txBody>
      </p:sp>
    </p:spTree>
    <p:custDataLst>
      <p:tags r:id="rId1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Kawase入路临床意义</a:t>
            </a:r>
            <a:endParaRPr lang="zh-CN" altLang="en-US"/>
          </a:p>
        </p:txBody>
      </p:sp>
      <p:sp>
        <p:nvSpPr>
          <p:cNvPr id="3" name="节编号 3"/>
          <p:cNvSpPr>
            <a:spLocks noGrp="1"/>
          </p:cNvSpPr>
          <p:nvPr>
            <p:ph type="body" sz="quarter" idx="16386"/>
            <p:custDataLst>
              <p:tags r:id="rId2"/>
            </p:custDataLst>
          </p:nvPr>
        </p:nvSpPr>
        <p:spPr/>
        <p:txBody>
          <a:bodyPr/>
          <a:p>
            <a:r>
              <a:rPr lang="en-US" altLang="en-US"/>
              <a:t>05</a:t>
            </a:r>
            <a:endParaRPr lang="en-US"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提高手术安全性</a:t>
            </a:r>
            <a:endParaRPr lang="zh-CN" altLang="en-US"/>
          </a:p>
        </p:txBody>
      </p:sp>
      <p:sp>
        <p:nvSpPr>
          <p:cNvPr id="3" name="装饰  1"/>
          <p:cNvSpPr>
            <a:spLocks noGrp="1"/>
          </p:cNvSpPr>
          <p:nvPr>
            <p:ph type="body" idx="16395"/>
            <p:custDataLst>
              <p:tags r:id="rId2"/>
            </p:custDataLst>
          </p:nvPr>
        </p:nvSpPr>
        <p:spPr/>
        <p:txBody>
          <a:bodyPr/>
          <a:p>
            <a:r>
              <a:rPr lang="zh-CN" altLang="en-US"/>
              <a:t> </a:t>
            </a:r>
            <a:endParaRPr lang="zh-CN" altLang="en-US"/>
          </a:p>
        </p:txBody>
      </p:sp>
      <p:sp>
        <p:nvSpPr>
          <p:cNvPr id="4" name="文本占位符 3"/>
          <p:cNvSpPr>
            <a:spLocks noGrp="1"/>
          </p:cNvSpPr>
          <p:nvPr>
            <p:ph type="body" idx="16388"/>
            <p:custDataLst>
              <p:tags r:id="rId3"/>
            </p:custDataLst>
          </p:nvPr>
        </p:nvSpPr>
        <p:spPr/>
        <p:txBody>
          <a:bodyPr/>
          <a:p>
            <a:r>
              <a:rPr lang="zh-CN" altLang="en-US"/>
              <a:t>01</a:t>
            </a:r>
            <a:endParaRPr lang="zh-CN" altLang="en-US"/>
          </a:p>
        </p:txBody>
      </p:sp>
      <p:sp>
        <p:nvSpPr>
          <p:cNvPr id="5" name="文本占位符 4"/>
          <p:cNvSpPr>
            <a:spLocks noGrp="1"/>
          </p:cNvSpPr>
          <p:nvPr>
            <p:ph type="body" idx="16386"/>
            <p:custDataLst>
              <p:tags r:id="rId4"/>
            </p:custDataLst>
          </p:nvPr>
        </p:nvSpPr>
        <p:spPr/>
        <p:txBody>
          <a:bodyPr>
            <a:normAutofit/>
          </a:bodyPr>
          <a:p>
            <a:r>
              <a:rPr lang="zh-CN" altLang="en-US"/>
              <a:t>精准定位病变</a:t>
            </a:r>
            <a:endParaRPr lang="zh-CN" altLang="en-US"/>
          </a:p>
        </p:txBody>
      </p:sp>
      <p:sp>
        <p:nvSpPr>
          <p:cNvPr id="6" name="文本占位符 5"/>
          <p:cNvSpPr>
            <a:spLocks noGrp="1"/>
          </p:cNvSpPr>
          <p:nvPr>
            <p:ph type="body" idx="16387"/>
            <p:custDataLst>
              <p:tags r:id="rId5"/>
            </p:custDataLst>
          </p:nvPr>
        </p:nvSpPr>
        <p:spPr/>
        <p:txBody>
          <a:bodyPr>
            <a:normAutofit/>
          </a:bodyPr>
          <a:p>
            <a:pPr algn="just"/>
            <a:r>
              <a:rPr lang="zh-CN" altLang="en-US"/>
              <a:t>借助Kawase入路，医生可精准定位颅内病变，如听神经瘤，减少误操作。引用解剖基础：基于岩尖与内听道的解剖距离数据（第3章），结合术中导航可实现病变的三维定位。</a:t>
            </a:r>
            <a:endParaRPr lang="zh-CN" altLang="en-US"/>
          </a:p>
        </p:txBody>
      </p:sp>
      <p:sp>
        <p:nvSpPr>
          <p:cNvPr id="7" name="装饰  5"/>
          <p:cNvSpPr>
            <a:spLocks noGrp="1"/>
          </p:cNvSpPr>
          <p:nvPr>
            <p:ph type="body" idx="16396"/>
            <p:custDataLst>
              <p:tags r:id="rId6"/>
            </p:custDataLst>
          </p:nvPr>
        </p:nvSpPr>
        <p:spPr/>
        <p:txBody>
          <a:bodyPr/>
          <a:p>
            <a:r>
              <a:rPr lang="zh-CN" altLang="en-US"/>
              <a:t> </a:t>
            </a:r>
            <a:endParaRPr lang="zh-CN" altLang="en-US"/>
          </a:p>
        </p:txBody>
      </p:sp>
      <p:sp>
        <p:nvSpPr>
          <p:cNvPr id="8" name="文本占位符 7"/>
          <p:cNvSpPr>
            <a:spLocks noGrp="1"/>
          </p:cNvSpPr>
          <p:nvPr>
            <p:ph type="body" idx="16391"/>
            <p:custDataLst>
              <p:tags r:id="rId7"/>
            </p:custDataLst>
          </p:nvPr>
        </p:nvSpPr>
        <p:spPr/>
        <p:txBody>
          <a:bodyPr/>
          <a:p>
            <a:r>
              <a:rPr lang="zh-CN" altLang="en-US"/>
              <a:t>02</a:t>
            </a:r>
            <a:endParaRPr lang="zh-CN" altLang="en-US"/>
          </a:p>
        </p:txBody>
      </p:sp>
      <p:sp>
        <p:nvSpPr>
          <p:cNvPr id="9" name="文本占位符 8"/>
          <p:cNvSpPr>
            <a:spLocks noGrp="1"/>
          </p:cNvSpPr>
          <p:nvPr>
            <p:ph type="body" idx="16389"/>
            <p:custDataLst>
              <p:tags r:id="rId8"/>
            </p:custDataLst>
          </p:nvPr>
        </p:nvSpPr>
        <p:spPr/>
        <p:txBody>
          <a:bodyPr>
            <a:normAutofit/>
          </a:bodyPr>
          <a:p>
            <a:r>
              <a:rPr lang="zh-CN" altLang="en-US"/>
              <a:t>保护重要神经</a:t>
            </a:r>
            <a:endParaRPr lang="zh-CN" altLang="en-US"/>
          </a:p>
        </p:txBody>
      </p:sp>
      <p:sp>
        <p:nvSpPr>
          <p:cNvPr id="10" name="文本占位符 9"/>
          <p:cNvSpPr>
            <a:spLocks noGrp="1"/>
          </p:cNvSpPr>
          <p:nvPr>
            <p:ph type="body" idx="16390"/>
            <p:custDataLst>
              <p:tags r:id="rId9"/>
            </p:custDataLst>
          </p:nvPr>
        </p:nvSpPr>
        <p:spPr/>
        <p:txBody>
          <a:bodyPr>
            <a:normAutofit/>
          </a:bodyPr>
          <a:p>
            <a:pPr algn="just"/>
            <a:r>
              <a:rPr lang="zh-CN" altLang="en-US"/>
              <a:t>该入路能有效保护面神经等重要神经，降低术后面瘫等并发症风险。引用解剖基础：面神经在Kawase三角的走行路径（第2章）是术中保护的解剖标志。</a:t>
            </a:r>
            <a:endParaRPr lang="zh-CN" altLang="en-US"/>
          </a:p>
        </p:txBody>
      </p:sp>
      <p:sp>
        <p:nvSpPr>
          <p:cNvPr id="11" name="装饰  9"/>
          <p:cNvSpPr>
            <a:spLocks noGrp="1"/>
          </p:cNvSpPr>
          <p:nvPr>
            <p:ph type="body" idx="16397"/>
            <p:custDataLst>
              <p:tags r:id="rId10"/>
            </p:custDataLst>
          </p:nvPr>
        </p:nvSpPr>
        <p:spPr/>
        <p:txBody>
          <a:bodyPr/>
          <a:p>
            <a:r>
              <a:rPr lang="zh-CN" altLang="en-US"/>
              <a:t> </a:t>
            </a:r>
            <a:endParaRPr lang="zh-CN" altLang="en-US"/>
          </a:p>
        </p:txBody>
      </p:sp>
      <p:sp>
        <p:nvSpPr>
          <p:cNvPr id="12" name="文本占位符 11"/>
          <p:cNvSpPr>
            <a:spLocks noGrp="1"/>
          </p:cNvSpPr>
          <p:nvPr>
            <p:ph type="body" idx="16394"/>
            <p:custDataLst>
              <p:tags r:id="rId11"/>
            </p:custDataLst>
          </p:nvPr>
        </p:nvSpPr>
        <p:spPr/>
        <p:txBody>
          <a:bodyPr/>
          <a:p>
            <a:r>
              <a:rPr lang="zh-CN" altLang="en-US"/>
              <a:t>03</a:t>
            </a:r>
            <a:endParaRPr lang="zh-CN" altLang="en-US"/>
          </a:p>
        </p:txBody>
      </p:sp>
      <p:sp>
        <p:nvSpPr>
          <p:cNvPr id="13" name="文本占位符 12"/>
          <p:cNvSpPr>
            <a:spLocks noGrp="1"/>
          </p:cNvSpPr>
          <p:nvPr>
            <p:ph type="body" idx="16392"/>
            <p:custDataLst>
              <p:tags r:id="rId12"/>
            </p:custDataLst>
          </p:nvPr>
        </p:nvSpPr>
        <p:spPr/>
        <p:txBody>
          <a:bodyPr>
            <a:normAutofit/>
          </a:bodyPr>
          <a:p>
            <a:r>
              <a:rPr lang="zh-CN" altLang="en-US"/>
              <a:t>减少手术创伤</a:t>
            </a:r>
            <a:endParaRPr lang="zh-CN" altLang="en-US"/>
          </a:p>
        </p:txBody>
      </p:sp>
      <p:sp>
        <p:nvSpPr>
          <p:cNvPr id="14" name="文本占位符 13"/>
          <p:cNvSpPr>
            <a:spLocks noGrp="1"/>
          </p:cNvSpPr>
          <p:nvPr>
            <p:ph type="body" idx="16393"/>
            <p:custDataLst>
              <p:tags r:id="rId13"/>
            </p:custDataLst>
          </p:nvPr>
        </p:nvSpPr>
        <p:spPr/>
        <p:txBody>
          <a:bodyPr>
            <a:normAutofit/>
          </a:bodyPr>
          <a:p>
            <a:pPr algn="just"/>
            <a:r>
              <a:rPr lang="zh-CN" altLang="en-US"/>
              <a:t>Kawase入路切口小、损伤轻，在处理岩斜区肿瘤时，可缩短恢复时间。引用解剖基础：利用岩尖与斜坡的解剖夹角（第3章数据）可实现最小骨窗暴露，减少对颞叶的牵拉损伤。</a:t>
            </a:r>
            <a:endParaRPr lang="zh-CN" altLang="en-US"/>
          </a:p>
        </p:txBody>
      </p:sp>
    </p:spTree>
    <p:custDataLst>
      <p:tags r:id="rId1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改善患者预后</a:t>
            </a:r>
            <a:endParaRPr lang="zh-CN" altLang="en-US"/>
          </a:p>
        </p:txBody>
      </p:sp>
      <p:pic>
        <p:nvPicPr>
          <p:cNvPr id="23" name="https://docer-ks3.wpscdn.cn/picture/189429278/dfebf81d992fc360a8ba2ba2dc4a7faa_612.jpg" descr="D:/图/截图20241118092514.png截图20241118092514"/>
          <p:cNvPicPr>
            <a:picLocks noChangeAspect="1"/>
          </p:cNvPicPr>
          <p:nvPr>
            <p:custDataLst>
              <p:tags r:id="rId2"/>
            </p:custDataLst>
          </p:nvPr>
        </p:nvPicPr>
        <p:blipFill>
          <a:blip r:embed="rId3"/>
          <a:srcRect l="22076" r="22076"/>
          <a:stretch>
            <a:fillRect/>
          </a:stretch>
        </p:blipFill>
        <p:spPr>
          <a:xfrm>
            <a:off x="837565" y="1406525"/>
            <a:ext cx="3763010" cy="4831080"/>
          </a:xfrm>
          <a:prstGeom prst="roundRect">
            <a:avLst>
              <a:gd name="adj" fmla="val 3915"/>
            </a:avLst>
          </a:prstGeom>
          <a:solidFill>
            <a:schemeClr val="accent1"/>
          </a:solidFill>
          <a:ln>
            <a:solidFill>
              <a:schemeClr val="accent1">
                <a:alpha val="20000"/>
              </a:schemeClr>
            </a:solidFill>
          </a:ln>
        </p:spPr>
      </p:pic>
      <p:sp>
        <p:nvSpPr>
          <p:cNvPr id="9" name="矩形 2"/>
          <p:cNvSpPr/>
          <p:nvPr>
            <p:custDataLst>
              <p:tags r:id="rId4"/>
            </p:custDataLst>
          </p:nvPr>
        </p:nvSpPr>
        <p:spPr>
          <a:xfrm>
            <a:off x="6072505" y="2019575"/>
            <a:ext cx="3734737" cy="1546350"/>
          </a:xfrm>
          <a:prstGeom prst="rect">
            <a:avLst/>
          </a:prstGeom>
          <a:noFill/>
        </p:spPr>
        <p:txBody>
          <a:bodyPr wrap="square" lIns="370840" tIns="46990" rIns="0" bIns="46990" rtlCol="0" anchor="t" anchorCtr="0">
            <a:noAutofit/>
          </a:bodyPr>
          <a:lstStyle/>
          <a:p>
            <a:pPr algn="l">
              <a:lnSpc>
                <a:spcPct val="140000"/>
              </a:lnSpc>
              <a:spcBef>
                <a:spcPct val="0"/>
              </a:spcBef>
              <a:spcAft>
                <a:spcPct val="0"/>
              </a:spcAft>
            </a:pPr>
            <a:r>
              <a:rPr lang="zh-CN" altLang="en-US" sz="1400">
                <a:solidFill>
                  <a:schemeClr val="tx1">
                    <a:lumMod val="85000"/>
                    <a:lumOff val="15000"/>
                  </a:schemeClr>
                </a:solidFill>
                <a:latin typeface="+mn-ea"/>
                <a:cs typeface="+mn-ea"/>
                <a:sym typeface="+mn-ea"/>
              </a:rPr>
              <a:t>该入路手术创伤小，患者恢复快，某患者术后一周即出院。引用解剖基础：硬膜外层次的解剖分离（第</a:t>
            </a:r>
            <a:r>
              <a:rPr lang="en-US" altLang="zh-CN" sz="1400">
                <a:solidFill>
                  <a:schemeClr val="tx1">
                    <a:lumMod val="85000"/>
                    <a:lumOff val="15000"/>
                  </a:schemeClr>
                </a:solidFill>
                <a:latin typeface="+mn-ea"/>
                <a:cs typeface="+mn-ea"/>
                <a:sym typeface="+mn-ea"/>
              </a:rPr>
              <a:t>2</a:t>
            </a:r>
            <a:r>
              <a:rPr lang="zh-CN" altLang="en-US" sz="1400">
                <a:solidFill>
                  <a:schemeClr val="tx1">
                    <a:lumMod val="85000"/>
                    <a:lumOff val="15000"/>
                  </a:schemeClr>
                </a:solidFill>
                <a:latin typeface="+mn-ea"/>
                <a:cs typeface="+mn-ea"/>
                <a:sym typeface="+mn-ea"/>
              </a:rPr>
              <a:t>章）可减少脑组织暴露时间，加速术后恢复。</a:t>
            </a:r>
            <a:endParaRPr lang="zh-CN" altLang="en-US" sz="1400">
              <a:solidFill>
                <a:schemeClr val="tx1">
                  <a:lumMod val="85000"/>
                  <a:lumOff val="15000"/>
                </a:schemeClr>
              </a:solidFill>
              <a:latin typeface="+mn-ea"/>
              <a:cs typeface="+mn-ea"/>
              <a:sym typeface="+mn-ea"/>
            </a:endParaRPr>
          </a:p>
        </p:txBody>
      </p:sp>
      <p:sp>
        <p:nvSpPr>
          <p:cNvPr id="10" name="标题 22"/>
          <p:cNvSpPr>
            <a:spLocks noGrp="1"/>
          </p:cNvSpPr>
          <p:nvPr>
            <p:custDataLst>
              <p:tags r:id="rId5"/>
            </p:custDataLst>
          </p:nvPr>
        </p:nvSpPr>
        <p:spPr>
          <a:xfrm>
            <a:off x="6072505" y="1531855"/>
            <a:ext cx="3734737" cy="478829"/>
          </a:xfrm>
          <a:prstGeom prst="rect">
            <a:avLst/>
          </a:prstGeom>
        </p:spPr>
        <p:txBody>
          <a:bodyPr vert="horz" wrap="square" lIns="9017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pPr marL="285750" indent="-285750" algn="l">
              <a:spcAft>
                <a:spcPct val="0"/>
              </a:spcAft>
              <a:buFont typeface="Arial" panose="020B0604020202020204" pitchFamily="34" charset="0"/>
              <a:buChar char="●"/>
            </a:pPr>
            <a:r>
              <a:rPr lang="zh-CN" altLang="en-US" sz="1800" spc="0">
                <a:solidFill>
                  <a:schemeClr val="accent1"/>
                </a:solidFill>
                <a:latin typeface="+mn-ea"/>
                <a:ea typeface="+mn-ea"/>
                <a:cs typeface="+mn-ea"/>
                <a:sym typeface="+mn-ea"/>
              </a:rPr>
              <a:t>缩短住院时间</a:t>
            </a:r>
            <a:endParaRPr lang="zh-CN" altLang="en-US" sz="1800" spc="0">
              <a:solidFill>
                <a:schemeClr val="accent1"/>
              </a:solidFill>
              <a:latin typeface="+mn-ea"/>
              <a:ea typeface="+mn-ea"/>
              <a:cs typeface="+mn-ea"/>
              <a:sym typeface="+mn-ea"/>
            </a:endParaRPr>
          </a:p>
        </p:txBody>
      </p:sp>
      <p:sp>
        <p:nvSpPr>
          <p:cNvPr id="11" name="矩形 7"/>
          <p:cNvSpPr/>
          <p:nvPr>
            <p:custDataLst>
              <p:tags r:id="rId6"/>
            </p:custDataLst>
          </p:nvPr>
        </p:nvSpPr>
        <p:spPr>
          <a:xfrm>
            <a:off x="6072203" y="4446545"/>
            <a:ext cx="3734737" cy="1546350"/>
          </a:xfrm>
          <a:prstGeom prst="rect">
            <a:avLst/>
          </a:prstGeom>
          <a:noFill/>
        </p:spPr>
        <p:txBody>
          <a:bodyPr wrap="square" lIns="370840" tIns="46990" rIns="0" bIns="46990" rtlCol="0" anchor="t" anchorCtr="0">
            <a:noAutofit/>
          </a:bodyPr>
          <a:lstStyle/>
          <a:p>
            <a:pPr algn="l">
              <a:lnSpc>
                <a:spcPct val="140000"/>
              </a:lnSpc>
              <a:spcBef>
                <a:spcPct val="0"/>
              </a:spcBef>
              <a:spcAft>
                <a:spcPct val="0"/>
              </a:spcAft>
            </a:pPr>
            <a:r>
              <a:rPr lang="zh-CN" altLang="en-US" sz="1400">
                <a:solidFill>
                  <a:schemeClr val="tx1">
                    <a:lumMod val="85000"/>
                    <a:lumOff val="15000"/>
                  </a:schemeClr>
                </a:solidFill>
                <a:latin typeface="+mn-ea"/>
                <a:cs typeface="+mn-ea"/>
                <a:sym typeface="+mn-ea"/>
              </a:rPr>
              <a:t>术后患者神经功能恢复好，能正常生活，恢复正常语言交流。引用解剖基础：保护颈内动脉岩段及分支（第</a:t>
            </a:r>
            <a:r>
              <a:rPr lang="en-US" altLang="zh-CN" sz="1400">
                <a:solidFill>
                  <a:schemeClr val="tx1">
                    <a:lumMod val="85000"/>
                    <a:lumOff val="15000"/>
                  </a:schemeClr>
                </a:solidFill>
                <a:latin typeface="+mn-ea"/>
                <a:cs typeface="+mn-ea"/>
                <a:sym typeface="+mn-ea"/>
              </a:rPr>
              <a:t>2</a:t>
            </a:r>
            <a:r>
              <a:rPr lang="zh-CN" altLang="en-US" sz="1400">
                <a:solidFill>
                  <a:schemeClr val="tx1">
                    <a:lumMod val="85000"/>
                    <a:lumOff val="15000"/>
                  </a:schemeClr>
                </a:solidFill>
                <a:latin typeface="+mn-ea"/>
                <a:cs typeface="+mn-ea"/>
                <a:sym typeface="+mn-ea"/>
              </a:rPr>
              <a:t>章）可维持脑血流灌注，保障语言中枢功能。</a:t>
            </a:r>
            <a:endParaRPr lang="zh-CN" altLang="en-US" sz="1400">
              <a:solidFill>
                <a:schemeClr val="tx1">
                  <a:lumMod val="85000"/>
                  <a:lumOff val="15000"/>
                </a:schemeClr>
              </a:solidFill>
              <a:latin typeface="+mn-ea"/>
              <a:cs typeface="+mn-ea"/>
              <a:sym typeface="+mn-ea"/>
            </a:endParaRPr>
          </a:p>
        </p:txBody>
      </p:sp>
      <p:sp>
        <p:nvSpPr>
          <p:cNvPr id="12" name="标题 22"/>
          <p:cNvSpPr>
            <a:spLocks noGrp="1"/>
          </p:cNvSpPr>
          <p:nvPr>
            <p:custDataLst>
              <p:tags r:id="rId7"/>
            </p:custDataLst>
          </p:nvPr>
        </p:nvSpPr>
        <p:spPr>
          <a:xfrm>
            <a:off x="6072203" y="3958825"/>
            <a:ext cx="3734737" cy="478829"/>
          </a:xfrm>
          <a:prstGeom prst="rect">
            <a:avLst/>
          </a:prstGeom>
        </p:spPr>
        <p:txBody>
          <a:bodyPr vert="horz" wrap="square" lIns="90170" tIns="0" rIns="0" bIns="0" rtlCol="0" anchor="b" anchorCtr="0">
            <a:noAutofit/>
          </a:bodyPr>
          <a:lstStyle>
            <a:lvl1pPr algn="ctr" defTabSz="914400" rtl="0" eaLnBrk="1" fontAlgn="auto" latinLnBrk="0" hangingPunct="1">
              <a:lnSpc>
                <a:spcPct val="100000"/>
              </a:lnSpc>
              <a:spcBef>
                <a:spcPct val="0"/>
              </a:spcBef>
              <a:buNone/>
              <a:defRPr sz="6000" b="1" u="none" strike="noStrike" kern="1200" cap="none" spc="300" normalizeH="0" baseline="0">
                <a:solidFill>
                  <a:schemeClr val="tx1">
                    <a:lumMod val="85000"/>
                    <a:lumOff val="15000"/>
                  </a:schemeClr>
                </a:solidFill>
                <a:uFillTx/>
                <a:latin typeface="+mj-lt"/>
                <a:ea typeface="+mj-ea"/>
                <a:cs typeface="+mj-cs"/>
              </a:defRPr>
            </a:lvl1pPr>
          </a:lstStyle>
          <a:p>
            <a:pPr marL="285750" indent="-285750" algn="l">
              <a:spcAft>
                <a:spcPct val="0"/>
              </a:spcAft>
              <a:buFont typeface="Arial" panose="020B0604020202020204" pitchFamily="34" charset="0"/>
              <a:buChar char="●"/>
            </a:pPr>
            <a:r>
              <a:rPr lang="zh-CN" altLang="en-US" sz="1800" spc="0">
                <a:solidFill>
                  <a:schemeClr val="accent1"/>
                </a:solidFill>
                <a:latin typeface="+mn-ea"/>
                <a:ea typeface="+mn-ea"/>
                <a:cs typeface="+mn-ea"/>
                <a:sym typeface="+mn-ea"/>
              </a:rPr>
              <a:t>提高生活质量</a:t>
            </a:r>
            <a:endParaRPr lang="zh-CN" altLang="en-US" sz="1800" spc="0">
              <a:solidFill>
                <a:schemeClr val="accent1"/>
              </a:solidFill>
              <a:latin typeface="+mn-ea"/>
              <a:ea typeface="+mn-ea"/>
              <a:cs typeface="+mn-ea"/>
              <a:sym typeface="+mn-ea"/>
            </a:endParaRPr>
          </a:p>
        </p:txBody>
      </p:sp>
    </p:spTree>
    <p:custDataLst>
      <p:tags r:id="rId8"/>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a:xfrm>
            <a:off x="523240" y="4798695"/>
            <a:ext cx="3429000" cy="826770"/>
          </a:xfrm>
        </p:spPr>
        <p:txBody>
          <a:bodyPr>
            <a:normAutofit/>
          </a:bodyPr>
          <a:p>
            <a:r>
              <a:rPr lang="zh-CN" altLang="en-US">
                <a:solidFill>
                  <a:srgbClr val="FF0000"/>
                </a:solidFill>
              </a:rPr>
              <a:t>临床研究价值</a:t>
            </a:r>
            <a:endParaRPr lang="zh-CN" altLang="en-US">
              <a:solidFill>
                <a:srgbClr val="FF0000"/>
              </a:solidFill>
            </a:endParaRPr>
          </a:p>
        </p:txBody>
      </p:sp>
      <p:pic>
        <p:nvPicPr>
          <p:cNvPr id="3" name="内容占位符 2" descr="D:/个人资料/岑波/学习照片/20150730_105957.jpg20150730_105957"/>
          <p:cNvPicPr>
            <a:picLocks noChangeAspect="1"/>
          </p:cNvPicPr>
          <p:nvPr>
            <p:ph idx="16390"/>
            <p:custDataLst>
              <p:tags r:id="rId2"/>
            </p:custDataLst>
          </p:nvPr>
        </p:nvPicPr>
        <p:blipFill>
          <a:blip r:embed="rId3"/>
          <a:srcRect t="17265" b="35003"/>
          <a:stretch>
            <a:fillRect/>
          </a:stretch>
        </p:blipFill>
        <p:spPr>
          <a:xfrm>
            <a:off x="609600" y="609600"/>
            <a:ext cx="10972800" cy="2946400"/>
          </a:xfrm>
          <a:custGeom>
            <a:avLst/>
            <a:gdLst>
              <a:gd name="connisteX0" fmla="*/ 0 w 10972800"/>
              <a:gd name="connsiteY0" fmla="*/ 203200 h 2946400"/>
              <a:gd name="connisteX1" fmla="*/ 203200 w 10972800"/>
              <a:gd name="connsiteY1" fmla="*/ 0 h 2946400"/>
              <a:gd name="connisteX2" fmla="*/ 10769600 w 10972800"/>
              <a:gd name="connsiteY2" fmla="*/ 0 h 2946400"/>
              <a:gd name="connisteX3" fmla="*/ 10972800 w 10972800"/>
              <a:gd name="connsiteY3" fmla="*/ 203200 h 2946400"/>
              <a:gd name="connisteX4" fmla="*/ 10972800 w 10972800"/>
              <a:gd name="connsiteY4" fmla="*/ 2743200 h 2946400"/>
              <a:gd name="connisteX5" fmla="*/ 10769600 w 10972800"/>
              <a:gd name="connsiteY5" fmla="*/ 2946400 h 2946400"/>
              <a:gd name="connisteX6" fmla="*/ 203200 w 10972800"/>
              <a:gd name="connsiteY6" fmla="*/ 2946400 h 2946400"/>
              <a:gd name="connisteX7" fmla="*/ 0 w 10972800"/>
              <a:gd name="connsiteY7" fmla="*/ 2743200 h 2946400"/>
              <a:gd name="connisteX8" fmla="*/ 0 w 10972800"/>
              <a:gd name="connsiteY8" fmla="*/ 203200 h 2946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946400">
                <a:moveTo>
                  <a:pt x="0" y="203200"/>
                </a:moveTo>
                <a:cubicBezTo>
                  <a:pt x="0" y="90976"/>
                  <a:pt x="90976" y="0"/>
                  <a:pt x="203200" y="0"/>
                </a:cubicBezTo>
                <a:lnTo>
                  <a:pt x="10769600" y="0"/>
                </a:lnTo>
                <a:cubicBezTo>
                  <a:pt x="10881824" y="0"/>
                  <a:pt x="10972800" y="90976"/>
                  <a:pt x="10972800" y="203200"/>
                </a:cubicBezTo>
                <a:lnTo>
                  <a:pt x="10972800" y="2743200"/>
                </a:lnTo>
                <a:cubicBezTo>
                  <a:pt x="10972800" y="2855424"/>
                  <a:pt x="10881824" y="2946400"/>
                  <a:pt x="10769600" y="2946400"/>
                </a:cubicBezTo>
                <a:lnTo>
                  <a:pt x="203200" y="2946400"/>
                </a:lnTo>
                <a:cubicBezTo>
                  <a:pt x="90976" y="2946400"/>
                  <a:pt x="0" y="2855424"/>
                  <a:pt x="0" y="2743200"/>
                </a:cubicBezTo>
                <a:lnTo>
                  <a:pt x="0" y="203200"/>
                </a:lnTo>
                <a:close/>
              </a:path>
            </a:pathLst>
          </a:custGeom>
        </p:spPr>
      </p:pic>
      <p:sp>
        <p:nvSpPr>
          <p:cNvPr id="4" name="文本占位符 3"/>
          <p:cNvSpPr>
            <a:spLocks noGrp="1"/>
          </p:cNvSpPr>
          <p:nvPr>
            <p:ph type="body" idx="16386"/>
            <p:custDataLst>
              <p:tags r:id="rId4"/>
            </p:custDataLst>
          </p:nvPr>
        </p:nvSpPr>
        <p:spPr/>
        <p:txBody>
          <a:bodyPr>
            <a:normAutofit/>
          </a:bodyPr>
          <a:p>
            <a:r>
              <a:rPr lang="zh-CN" altLang="en-US"/>
              <a:t>评估手术安全性</a:t>
            </a:r>
            <a:endParaRPr lang="zh-CN" altLang="en-US"/>
          </a:p>
        </p:txBody>
      </p:sp>
      <p:sp>
        <p:nvSpPr>
          <p:cNvPr id="5" name="文本占位符 4"/>
          <p:cNvSpPr>
            <a:spLocks noGrp="1"/>
          </p:cNvSpPr>
          <p:nvPr>
            <p:ph type="body" idx="16387"/>
            <p:custDataLst>
              <p:tags r:id="rId5"/>
            </p:custDataLst>
          </p:nvPr>
        </p:nvSpPr>
        <p:spPr/>
        <p:txBody>
          <a:bodyPr>
            <a:normAutofit lnSpcReduction="10000"/>
          </a:bodyPr>
          <a:p>
            <a:r>
              <a:rPr lang="zh-CN" altLang="en-US"/>
              <a:t>临床研究用此入路评估手术风险，为岩斜区</a:t>
            </a:r>
            <a:r>
              <a:rPr lang="zh-CN" altLang="en-US"/>
              <a:t>肿瘤手术提供安全参考。引用解剖基础：基于岩尖深度测量数据可量化手术风险，建立安全操作阈值。</a:t>
            </a:r>
            <a:endParaRPr lang="zh-CN" altLang="en-US"/>
          </a:p>
        </p:txBody>
      </p:sp>
      <p:sp>
        <p:nvSpPr>
          <p:cNvPr id="6" name="文本占位符 5"/>
          <p:cNvSpPr>
            <a:spLocks noGrp="1"/>
          </p:cNvSpPr>
          <p:nvPr>
            <p:ph type="body" idx="16388"/>
            <p:custDataLst>
              <p:tags r:id="rId6"/>
            </p:custDataLst>
          </p:nvPr>
        </p:nvSpPr>
        <p:spPr/>
        <p:txBody>
          <a:bodyPr>
            <a:normAutofit/>
          </a:bodyPr>
          <a:p>
            <a:r>
              <a:rPr lang="zh-CN" altLang="en-US"/>
              <a:t>指导手术方案优化</a:t>
            </a:r>
            <a:endParaRPr lang="zh-CN" altLang="en-US"/>
          </a:p>
        </p:txBody>
      </p:sp>
      <p:sp>
        <p:nvSpPr>
          <p:cNvPr id="7" name="文本占位符 6"/>
          <p:cNvSpPr>
            <a:spLocks noGrp="1"/>
          </p:cNvSpPr>
          <p:nvPr>
            <p:ph type="body" idx="16389"/>
            <p:custDataLst>
              <p:tags r:id="rId7"/>
            </p:custDataLst>
          </p:nvPr>
        </p:nvSpPr>
        <p:spPr/>
        <p:txBody>
          <a:bodyPr>
            <a:normAutofit/>
          </a:bodyPr>
          <a:p>
            <a:r>
              <a:rPr lang="zh-CN" altLang="en-US"/>
              <a:t>依据该入路解剖特点，优化岩斜区肿瘤手术方案，提升成功率。引用解剖基础：结合血管走行变异数据可个性化调整磨除范围，提高复杂病例的手术安全性。</a:t>
            </a:r>
            <a:endParaRPr lang="zh-CN" altLang="en-US"/>
          </a:p>
        </p:txBody>
      </p:sp>
    </p:spTree>
    <p:custDataLst>
      <p:tags r:id="rId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a:xfrm>
            <a:off x="647700" y="3530600"/>
            <a:ext cx="7446010" cy="1524000"/>
          </a:xfrm>
        </p:spPr>
        <p:txBody>
          <a:bodyPr>
            <a:normAutofit/>
          </a:bodyPr>
          <a:p>
            <a:r>
              <a:rPr lang="zh-CN" altLang="en-US"/>
              <a:t>Kawase入路临床应用要点</a:t>
            </a:r>
            <a:endParaRPr lang="zh-CN" altLang="en-US"/>
          </a:p>
        </p:txBody>
      </p:sp>
      <p:sp>
        <p:nvSpPr>
          <p:cNvPr id="3" name="节编号 3"/>
          <p:cNvSpPr>
            <a:spLocks noGrp="1"/>
          </p:cNvSpPr>
          <p:nvPr>
            <p:ph type="body" sz="quarter" idx="16386"/>
            <p:custDataLst>
              <p:tags r:id="rId2"/>
            </p:custDataLst>
          </p:nvPr>
        </p:nvSpPr>
        <p:spPr/>
        <p:txBody>
          <a:bodyPr/>
          <a:p>
            <a:r>
              <a:rPr lang="en-US" altLang="en-US"/>
              <a:t>04</a:t>
            </a:r>
            <a:endParaRPr lang="en-US" altLang="en-US"/>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适用疾病类型</a:t>
            </a:r>
            <a:endParaRPr lang="zh-CN" altLang="en-US"/>
          </a:p>
        </p:txBody>
      </p:sp>
      <p:pic>
        <p:nvPicPr>
          <p:cNvPr id="3" name="内容占位符 2" descr="D:/个人资料/岑波/学习照片/20160421_103912.jpg20160421_103912"/>
          <p:cNvPicPr>
            <a:picLocks noChangeAspect="1"/>
          </p:cNvPicPr>
          <p:nvPr>
            <p:ph idx="16392"/>
            <p:custDataLst>
              <p:tags r:id="rId2"/>
            </p:custDataLst>
          </p:nvPr>
        </p:nvPicPr>
        <p:blipFill>
          <a:blip r:embed="rId3"/>
          <a:srcRect l="6252" r="51113"/>
          <a:stretch>
            <a:fillRect/>
          </a:stretch>
        </p:blipFill>
        <p:spPr>
          <a:xfrm rot="5400000">
            <a:off x="7056755" y="1151255"/>
            <a:ext cx="4724400" cy="5471160"/>
          </a:xfrm>
          <a:custGeom>
            <a:avLst/>
            <a:gdLst>
              <a:gd name="connisteX0" fmla="*/ 0 w 3581400"/>
              <a:gd name="connsiteY0" fmla="*/ 0 h 4724400"/>
              <a:gd name="connisteX1" fmla="*/ 3378200 w 3581400"/>
              <a:gd name="connsiteY1" fmla="*/ 0 h 4724400"/>
              <a:gd name="connisteX2" fmla="*/ 3581400 w 3581400"/>
              <a:gd name="connsiteY2" fmla="*/ 203200 h 4724400"/>
              <a:gd name="connisteX3" fmla="*/ 3581400 w 3581400"/>
              <a:gd name="connsiteY3" fmla="*/ 4521200 h 4724400"/>
              <a:gd name="connisteX4" fmla="*/ 3378200 w 3581400"/>
              <a:gd name="connsiteY4" fmla="*/ 4724400 h 4724400"/>
              <a:gd name="connisteX5" fmla="*/ 0 w 3581400"/>
              <a:gd name="connsiteY5" fmla="*/ 4724400 h 4724400"/>
              <a:gd name="connisteX6" fmla="*/ 0 w 3581400"/>
              <a:gd name="connsiteY6" fmla="*/ 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3581400" h="4724400">
                <a:moveTo>
                  <a:pt x="0" y="0"/>
                </a:moveTo>
                <a:lnTo>
                  <a:pt x="3378200" y="0"/>
                </a:lnTo>
                <a:cubicBezTo>
                  <a:pt x="3490424" y="0"/>
                  <a:pt x="3581400" y="90976"/>
                  <a:pt x="3581400" y="203200"/>
                </a:cubicBezTo>
                <a:lnTo>
                  <a:pt x="3581400" y="4521200"/>
                </a:lnTo>
                <a:cubicBezTo>
                  <a:pt x="3581400" y="4633424"/>
                  <a:pt x="3490424" y="4724400"/>
                  <a:pt x="3378200" y="4724400"/>
                </a:cubicBezTo>
                <a:lnTo>
                  <a:pt x="0" y="4724400"/>
                </a:lnTo>
                <a:lnTo>
                  <a:pt x="0" y="0"/>
                </a:lnTo>
                <a:close/>
              </a:path>
            </a:pathLst>
          </a:custGeom>
        </p:spPr>
      </p:pic>
      <p:sp>
        <p:nvSpPr>
          <p:cNvPr id="4" name="装饰  2"/>
          <p:cNvSpPr>
            <a:spLocks noGrp="1"/>
          </p:cNvSpPr>
          <p:nvPr>
            <p:ph type="body" idx="16393"/>
            <p:custDataLst>
              <p:tags r:id="rId4"/>
            </p:custDataLst>
          </p:nvPr>
        </p:nvSpPr>
        <p:spPr/>
        <p:txBody>
          <a:bodyPr/>
          <a:p>
            <a:r>
              <a:rPr lang="zh-CN" altLang="en-US"/>
              <a:t> </a:t>
            </a:r>
            <a:endParaRPr lang="zh-CN" altLang="en-US"/>
          </a:p>
        </p:txBody>
      </p:sp>
      <p:sp>
        <p:nvSpPr>
          <p:cNvPr id="5" name="文本占位符 4"/>
          <p:cNvSpPr>
            <a:spLocks noGrp="1"/>
          </p:cNvSpPr>
          <p:nvPr>
            <p:ph type="body" idx="16386"/>
            <p:custDataLst>
              <p:tags r:id="rId5"/>
            </p:custDataLst>
          </p:nvPr>
        </p:nvSpPr>
        <p:spPr/>
        <p:txBody>
          <a:bodyPr>
            <a:normAutofit/>
          </a:bodyPr>
          <a:p>
            <a:r>
              <a:rPr lang="zh-CN" altLang="en-US"/>
              <a:t>岩斜区脑膜瘤</a:t>
            </a:r>
            <a:endParaRPr lang="zh-CN" altLang="en-US"/>
          </a:p>
        </p:txBody>
      </p:sp>
      <p:sp>
        <p:nvSpPr>
          <p:cNvPr id="6" name="文本占位符 5"/>
          <p:cNvSpPr>
            <a:spLocks noGrp="1"/>
          </p:cNvSpPr>
          <p:nvPr>
            <p:ph type="body" idx="16387"/>
            <p:custDataLst>
              <p:tags r:id="rId6"/>
            </p:custDataLst>
          </p:nvPr>
        </p:nvSpPr>
        <p:spPr/>
        <p:txBody>
          <a:bodyPr>
            <a:normAutofit/>
          </a:bodyPr>
          <a:p>
            <a:r>
              <a:rPr lang="zh-CN" altLang="en-US"/>
              <a:t>Kawase入路可用于切除岩斜区脑膜瘤，如某患者术后恢复良好。</a:t>
            </a:r>
            <a:endParaRPr lang="zh-CN" altLang="en-US"/>
          </a:p>
        </p:txBody>
      </p:sp>
      <p:sp>
        <p:nvSpPr>
          <p:cNvPr id="7" name="文本占位符 6"/>
          <p:cNvSpPr>
            <a:spLocks noGrp="1"/>
          </p:cNvSpPr>
          <p:nvPr>
            <p:ph type="body" idx="16388"/>
            <p:custDataLst>
              <p:tags r:id="rId7"/>
            </p:custDataLst>
          </p:nvPr>
        </p:nvSpPr>
        <p:spPr/>
        <p:txBody>
          <a:bodyPr>
            <a:normAutofit/>
          </a:bodyPr>
          <a:p>
            <a:r>
              <a:rPr lang="zh-CN" altLang="en-US"/>
              <a:t>三叉神经鞘瘤</a:t>
            </a:r>
            <a:endParaRPr lang="zh-CN" altLang="en-US"/>
          </a:p>
        </p:txBody>
      </p:sp>
      <p:sp>
        <p:nvSpPr>
          <p:cNvPr id="8" name="文本占位符 7"/>
          <p:cNvSpPr>
            <a:spLocks noGrp="1"/>
          </p:cNvSpPr>
          <p:nvPr>
            <p:ph type="body" idx="16389"/>
            <p:custDataLst>
              <p:tags r:id="rId8"/>
            </p:custDataLst>
          </p:nvPr>
        </p:nvSpPr>
        <p:spPr/>
        <p:txBody>
          <a:bodyPr>
            <a:normAutofit/>
          </a:bodyPr>
          <a:p>
            <a:r>
              <a:rPr lang="zh-CN" altLang="en-US"/>
              <a:t>该入路对三叉神经鞘瘤治疗有效，有临床案例证实其可行性。</a:t>
            </a:r>
            <a:endParaRPr lang="zh-CN" altLang="en-US"/>
          </a:p>
        </p:txBody>
      </p:sp>
      <p:sp>
        <p:nvSpPr>
          <p:cNvPr id="9" name="文本占位符 8"/>
          <p:cNvSpPr>
            <a:spLocks noGrp="1"/>
          </p:cNvSpPr>
          <p:nvPr>
            <p:ph type="body" idx="16390"/>
            <p:custDataLst>
              <p:tags r:id="rId9"/>
            </p:custDataLst>
          </p:nvPr>
        </p:nvSpPr>
        <p:spPr/>
        <p:txBody>
          <a:bodyPr>
            <a:normAutofit/>
          </a:bodyPr>
          <a:p>
            <a:r>
              <a:rPr lang="zh-CN" altLang="en-US"/>
              <a:t>胆脂瘤</a:t>
            </a:r>
            <a:endParaRPr lang="zh-CN" altLang="en-US"/>
          </a:p>
        </p:txBody>
      </p:sp>
      <p:sp>
        <p:nvSpPr>
          <p:cNvPr id="10" name="文本占位符 9"/>
          <p:cNvSpPr>
            <a:spLocks noGrp="1"/>
          </p:cNvSpPr>
          <p:nvPr>
            <p:ph type="body" idx="16391"/>
            <p:custDataLst>
              <p:tags r:id="rId10"/>
            </p:custDataLst>
          </p:nvPr>
        </p:nvSpPr>
        <p:spPr/>
        <p:txBody>
          <a:bodyPr>
            <a:normAutofit/>
          </a:bodyPr>
          <a:p>
            <a:r>
              <a:rPr lang="zh-CN" altLang="en-US"/>
              <a:t>针对胆脂瘤，Kawase入路能实现较好的手术效果，助患者康复。</a:t>
            </a:r>
            <a:endParaRPr lang="zh-CN" altLang="en-US"/>
          </a:p>
        </p:txBody>
      </p:sp>
    </p:spTree>
    <p:custDataLst>
      <p:tags r:id="rId1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手术操作步骤</a:t>
            </a:r>
            <a:endParaRPr lang="zh-CN" altLang="en-US"/>
          </a:p>
        </p:txBody>
      </p:sp>
      <p:sp>
        <p:nvSpPr>
          <p:cNvPr id="3" name="文本占位符 2"/>
          <p:cNvSpPr>
            <a:spLocks noGrp="1"/>
          </p:cNvSpPr>
          <p:nvPr>
            <p:ph type="body" idx="16386"/>
            <p:custDataLst>
              <p:tags r:id="rId2"/>
            </p:custDataLst>
          </p:nvPr>
        </p:nvSpPr>
        <p:spPr/>
        <p:txBody>
          <a:bodyPr>
            <a:normAutofit/>
          </a:bodyPr>
          <a:p>
            <a:r>
              <a:rPr lang="zh-CN" altLang="en-US"/>
              <a:t>切口设计</a:t>
            </a:r>
            <a:endParaRPr lang="zh-CN" altLang="en-US"/>
          </a:p>
        </p:txBody>
      </p:sp>
      <p:sp>
        <p:nvSpPr>
          <p:cNvPr id="4" name="文本占位符 3"/>
          <p:cNvSpPr>
            <a:spLocks noGrp="1"/>
          </p:cNvSpPr>
          <p:nvPr>
            <p:ph type="body" idx="16387"/>
            <p:custDataLst>
              <p:tags r:id="rId3"/>
            </p:custDataLst>
          </p:nvPr>
        </p:nvSpPr>
        <p:spPr/>
        <p:txBody>
          <a:bodyPr>
            <a:normAutofit/>
          </a:bodyPr>
          <a:p>
            <a:pPr algn="just"/>
            <a:r>
              <a:rPr lang="zh-CN" altLang="en-US"/>
              <a:t>依据患者情况精准设计切口，如常见的颞下-耳前切口。解剖学注意事项：切口需避开颞浅动脉主干，并注意面神经额支走行区域，避免术后额部感觉异常。</a:t>
            </a:r>
            <a:endParaRPr lang="zh-CN" altLang="en-US"/>
          </a:p>
        </p:txBody>
      </p:sp>
      <p:sp>
        <p:nvSpPr>
          <p:cNvPr id="5" name="文本占位符 4"/>
          <p:cNvSpPr>
            <a:spLocks noGrp="1"/>
          </p:cNvSpPr>
          <p:nvPr>
            <p:ph type="body" idx="16388"/>
            <p:custDataLst>
              <p:tags r:id="rId4"/>
            </p:custDataLst>
          </p:nvPr>
        </p:nvSpPr>
        <p:spPr/>
        <p:txBody>
          <a:bodyPr>
            <a:normAutofit/>
          </a:bodyPr>
          <a:p>
            <a:r>
              <a:rPr lang="zh-CN" altLang="en-US"/>
              <a:t>骨窗形成</a:t>
            </a:r>
            <a:endParaRPr lang="zh-CN" altLang="en-US"/>
          </a:p>
        </p:txBody>
      </p:sp>
      <p:sp>
        <p:nvSpPr>
          <p:cNvPr id="6" name="文本占位符 5"/>
          <p:cNvSpPr>
            <a:spLocks noGrp="1"/>
          </p:cNvSpPr>
          <p:nvPr>
            <p:ph type="body" idx="16389"/>
            <p:custDataLst>
              <p:tags r:id="rId5"/>
            </p:custDataLst>
          </p:nvPr>
        </p:nvSpPr>
        <p:spPr/>
        <p:txBody>
          <a:bodyPr>
            <a:normAutofit fontScale="90000"/>
          </a:bodyPr>
          <a:p>
            <a:r>
              <a:rPr lang="zh-CN" altLang="en-US"/>
              <a:t>磨除特定颅骨形成骨窗，像岩尖部分骨的磨除操作。解剖学注意事项：磨除岩尖骨质时需以三叉神经半月节为内侧界，避免突破内听道骨壁导致脑脊液漏；岩浅大神经是定位耳蜗的重要标志，需自后向前分离避免牵拉膝状神经节引发面瘫；弓状隆起可辅助定位内听道位置，其内听道位于外耳道至鼓室盖延伸线上。颈内动脉岩段位于岩浅大神经下方，其骨管完整性是判断岩尖安全磨除范围的关键依据，术中需通过实时导航确认其走行</a:t>
            </a:r>
            <a:endParaRPr lang="zh-CN" altLang="en-US"/>
          </a:p>
        </p:txBody>
      </p:sp>
      <p:sp>
        <p:nvSpPr>
          <p:cNvPr id="7" name="文本占位符 6"/>
          <p:cNvSpPr>
            <a:spLocks noGrp="1"/>
          </p:cNvSpPr>
          <p:nvPr>
            <p:ph type="body" idx="16390"/>
            <p:custDataLst>
              <p:tags r:id="rId6"/>
            </p:custDataLst>
          </p:nvPr>
        </p:nvSpPr>
        <p:spPr/>
        <p:txBody>
          <a:bodyPr>
            <a:normAutofit/>
          </a:bodyPr>
          <a:p>
            <a:r>
              <a:rPr lang="zh-CN" altLang="en-US"/>
              <a:t>病变暴露</a:t>
            </a:r>
            <a:endParaRPr lang="zh-CN" altLang="en-US"/>
          </a:p>
        </p:txBody>
      </p:sp>
      <p:sp>
        <p:nvSpPr>
          <p:cNvPr id="8" name="文本占位符 7"/>
          <p:cNvSpPr>
            <a:spLocks noGrp="1"/>
          </p:cNvSpPr>
          <p:nvPr>
            <p:ph type="body" idx="16391"/>
            <p:custDataLst>
              <p:tags r:id="rId7"/>
            </p:custDataLst>
          </p:nvPr>
        </p:nvSpPr>
        <p:spPr/>
        <p:txBody>
          <a:bodyPr>
            <a:normAutofit/>
          </a:bodyPr>
          <a:p>
            <a:pPr algn="just"/>
            <a:r>
              <a:rPr lang="zh-CN" altLang="en-US">
                <a:solidFill>
                  <a:schemeClr val="tx1"/>
                </a:solidFill>
              </a:rPr>
              <a:t>幕</a:t>
            </a:r>
            <a:r>
              <a:rPr lang="zh-CN" altLang="en-US">
                <a:solidFill>
                  <a:schemeClr val="tx1"/>
                </a:solidFill>
                <a:cs typeface="Arial" panose="020B0604020202020204" pitchFamily="34" charset="0"/>
              </a:rPr>
              <a:t>上硬膜反</a:t>
            </a:r>
            <a:r>
              <a:rPr lang="en-US" altLang="zh-CN">
                <a:solidFill>
                  <a:schemeClr val="tx1"/>
                </a:solidFill>
                <a:cs typeface="Arial" panose="020B0604020202020204" pitchFamily="34" charset="0"/>
              </a:rPr>
              <a:t>T</a:t>
            </a:r>
            <a:r>
              <a:rPr lang="zh-CN" altLang="en-US">
                <a:solidFill>
                  <a:schemeClr val="tx1"/>
                </a:solidFill>
                <a:cs typeface="Arial" panose="020B0604020202020204" pitchFamily="34" charset="0"/>
              </a:rPr>
              <a:t>字剪开，幕下硬膜</a:t>
            </a:r>
            <a:r>
              <a:rPr lang="en-US" altLang="zh-CN">
                <a:solidFill>
                  <a:schemeClr val="tx1"/>
                </a:solidFill>
                <a:cs typeface="Arial" panose="020B0604020202020204" pitchFamily="34" charset="0"/>
              </a:rPr>
              <a:t>T</a:t>
            </a:r>
            <a:r>
              <a:rPr lang="zh-CN" altLang="en-US">
                <a:solidFill>
                  <a:schemeClr val="tx1"/>
                </a:solidFill>
                <a:cs typeface="Arial" panose="020B0604020202020204" pitchFamily="34" charset="0"/>
              </a:rPr>
              <a:t>字形剪开，然后结扎岩上窦将幕上下硬膜联合剪开牵向两侧，充分显露幕上下结构，充分解剖颅底脑池，锐性分离病变与颅底神经血管的关系，切除病变</a:t>
            </a:r>
            <a:endParaRPr lang="zh-CN" altLang="en-US"/>
          </a:p>
        </p:txBody>
      </p:sp>
    </p:spTree>
    <p:custDataLst>
      <p:tags r:id="rId8"/>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6385"/>
            <p:custDataLst>
              <p:tags r:id="rId1"/>
            </p:custDataLst>
          </p:nvPr>
        </p:nvSpPr>
        <p:spPr/>
        <p:txBody>
          <a:bodyPr>
            <a:normAutofit/>
          </a:bodyPr>
          <a:p>
            <a:r>
              <a:rPr lang="zh-CN" altLang="en-US"/>
              <a:t>术后并发症预防及处理</a:t>
            </a:r>
            <a:endParaRPr lang="zh-CN" altLang="en-US"/>
          </a:p>
        </p:txBody>
      </p:sp>
      <p:sp>
        <p:nvSpPr>
          <p:cNvPr id="3" name="装饰  1"/>
          <p:cNvSpPr>
            <a:spLocks noGrp="1"/>
          </p:cNvSpPr>
          <p:nvPr>
            <p:ph type="body" idx="16399"/>
            <p:custDataLst>
              <p:tags r:id="rId2"/>
            </p:custDataLst>
          </p:nvPr>
        </p:nvSpPr>
        <p:spPr/>
        <p:txBody>
          <a:bodyPr/>
          <a:p>
            <a:r>
              <a:rPr lang="zh-CN" altLang="en-US"/>
              <a:t> </a:t>
            </a:r>
            <a:endParaRPr lang="zh-CN" altLang="en-US"/>
          </a:p>
        </p:txBody>
      </p:sp>
      <p:pic>
        <p:nvPicPr>
          <p:cNvPr id="32" name="图片占位符 31"/>
          <p:cNvPicPr/>
          <p:nvPr>
            <p:ph type="pic" idx="16398"/>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751840" y="1818640"/>
            <a:ext cx="325120" cy="325120"/>
          </a:xfrm>
          <a:prstGeom prst="rect">
            <a:avLst/>
          </a:prstGeom>
        </p:spPr>
      </p:pic>
      <p:sp>
        <p:nvSpPr>
          <p:cNvPr id="5" name="文本占位符 4"/>
          <p:cNvSpPr>
            <a:spLocks noGrp="1"/>
          </p:cNvSpPr>
          <p:nvPr>
            <p:ph type="body" idx="16386"/>
            <p:custDataLst>
              <p:tags r:id="rId6"/>
            </p:custDataLst>
          </p:nvPr>
        </p:nvSpPr>
        <p:spPr/>
        <p:txBody>
          <a:bodyPr>
            <a:normAutofit/>
          </a:bodyPr>
          <a:p>
            <a:r>
              <a:rPr lang="zh-CN" altLang="en-US"/>
              <a:t>神经功能保护</a:t>
            </a:r>
            <a:endParaRPr lang="zh-CN" altLang="en-US"/>
          </a:p>
        </p:txBody>
      </p:sp>
      <p:sp>
        <p:nvSpPr>
          <p:cNvPr id="6" name="文本占位符 5"/>
          <p:cNvSpPr>
            <a:spLocks noGrp="1"/>
          </p:cNvSpPr>
          <p:nvPr>
            <p:ph type="body" idx="16387"/>
            <p:custDataLst>
              <p:tags r:id="rId7"/>
            </p:custDataLst>
          </p:nvPr>
        </p:nvSpPr>
        <p:spPr/>
        <p:txBody>
          <a:bodyPr>
            <a:normAutofit fontScale="90000"/>
          </a:bodyPr>
          <a:p>
            <a:r>
              <a:rPr lang="zh-CN" altLang="en-US"/>
              <a:t>术中采用面神经、听神经电生理监测，实时反馈神经功能状态
以岩浅大神经为解剖标志，避免损伤膝状神经节导致面瘫</a:t>
            </a:r>
            <a:endParaRPr lang="zh-CN" altLang="en-US"/>
          </a:p>
        </p:txBody>
      </p:sp>
      <p:sp>
        <p:nvSpPr>
          <p:cNvPr id="7" name="装饰  5"/>
          <p:cNvSpPr>
            <a:spLocks noGrp="1"/>
          </p:cNvSpPr>
          <p:nvPr>
            <p:ph type="body" idx="16401"/>
            <p:custDataLst>
              <p:tags r:id="rId8"/>
            </p:custDataLst>
          </p:nvPr>
        </p:nvSpPr>
        <p:spPr/>
        <p:txBody>
          <a:bodyPr/>
          <a:p>
            <a:r>
              <a:rPr lang="zh-CN" altLang="en-US"/>
              <a:t> </a:t>
            </a:r>
            <a:endParaRPr lang="zh-CN" altLang="en-US"/>
          </a:p>
        </p:txBody>
      </p:sp>
      <p:pic>
        <p:nvPicPr>
          <p:cNvPr id="31" name="图片占位符 30"/>
          <p:cNvPicPr/>
          <p:nvPr>
            <p:ph type="pic" idx="16400"/>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4561840" y="1818640"/>
            <a:ext cx="325120" cy="325120"/>
          </a:xfrm>
          <a:prstGeom prst="rect">
            <a:avLst/>
          </a:prstGeom>
        </p:spPr>
      </p:pic>
      <p:sp>
        <p:nvSpPr>
          <p:cNvPr id="9" name="文本占位符 8"/>
          <p:cNvSpPr>
            <a:spLocks noGrp="1"/>
          </p:cNvSpPr>
          <p:nvPr>
            <p:ph type="body" idx="16388"/>
            <p:custDataLst>
              <p:tags r:id="rId12"/>
            </p:custDataLst>
          </p:nvPr>
        </p:nvSpPr>
        <p:spPr/>
        <p:txBody>
          <a:bodyPr>
            <a:normAutofit/>
          </a:bodyPr>
          <a:p>
            <a:r>
              <a:rPr lang="zh-CN" altLang="en-US"/>
              <a:t>血管损伤预防</a:t>
            </a:r>
            <a:endParaRPr lang="zh-CN" altLang="en-US"/>
          </a:p>
        </p:txBody>
      </p:sp>
      <p:sp>
        <p:nvSpPr>
          <p:cNvPr id="10" name="文本占位符 9"/>
          <p:cNvSpPr>
            <a:spLocks noGrp="1"/>
          </p:cNvSpPr>
          <p:nvPr>
            <p:ph type="body" idx="16389"/>
            <p:custDataLst>
              <p:tags r:id="rId13"/>
            </p:custDataLst>
          </p:nvPr>
        </p:nvSpPr>
        <p:spPr/>
        <p:txBody>
          <a:bodyPr>
            <a:normAutofit/>
          </a:bodyPr>
          <a:p>
            <a:r>
              <a:rPr lang="zh-CN" altLang="en-US" sz="1400"/>
              <a:t>术前通过CTA评估颈内动脉岩段走行，术中使用导航确认血管位置
磨除岩尖时控制深度不超过7mm，避免突破颈动脉管</a:t>
            </a:r>
            <a:endParaRPr lang="zh-CN" altLang="en-US" sz="1400"/>
          </a:p>
        </p:txBody>
      </p:sp>
      <p:sp>
        <p:nvSpPr>
          <p:cNvPr id="11" name="装饰  9"/>
          <p:cNvSpPr>
            <a:spLocks noGrp="1"/>
          </p:cNvSpPr>
          <p:nvPr>
            <p:ph type="body" idx="16403"/>
            <p:custDataLst>
              <p:tags r:id="rId14"/>
            </p:custDataLst>
          </p:nvPr>
        </p:nvSpPr>
        <p:spPr/>
        <p:txBody>
          <a:bodyPr/>
          <a:p>
            <a:r>
              <a:rPr lang="zh-CN" altLang="en-US"/>
              <a:t> </a:t>
            </a:r>
            <a:endParaRPr lang="zh-CN" altLang="en-US"/>
          </a:p>
        </p:txBody>
      </p:sp>
      <p:pic>
        <p:nvPicPr>
          <p:cNvPr id="29" name="图片占位符 28"/>
          <p:cNvPicPr/>
          <p:nvPr>
            <p:ph type="pic" idx="16402"/>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8371840" y="1818640"/>
            <a:ext cx="325120" cy="325120"/>
          </a:xfrm>
          <a:prstGeom prst="rect">
            <a:avLst/>
          </a:prstGeom>
        </p:spPr>
      </p:pic>
      <p:sp>
        <p:nvSpPr>
          <p:cNvPr id="13" name="文本占位符 12"/>
          <p:cNvSpPr>
            <a:spLocks noGrp="1"/>
          </p:cNvSpPr>
          <p:nvPr>
            <p:ph type="body" idx="16390"/>
            <p:custDataLst>
              <p:tags r:id="rId18"/>
            </p:custDataLst>
          </p:nvPr>
        </p:nvSpPr>
        <p:spPr/>
        <p:txBody>
          <a:bodyPr>
            <a:normAutofit/>
          </a:bodyPr>
          <a:p>
            <a:r>
              <a:rPr lang="zh-CN" altLang="en-US"/>
              <a:t>脑脊液漏预防</a:t>
            </a:r>
            <a:endParaRPr lang="zh-CN" altLang="en-US"/>
          </a:p>
        </p:txBody>
      </p:sp>
      <p:sp>
        <p:nvSpPr>
          <p:cNvPr id="14" name="文本占位符 13"/>
          <p:cNvSpPr>
            <a:spLocks noGrp="1"/>
          </p:cNvSpPr>
          <p:nvPr>
            <p:ph type="body" idx="16391"/>
            <p:custDataLst>
              <p:tags r:id="rId19"/>
            </p:custDataLst>
          </p:nvPr>
        </p:nvSpPr>
        <p:spPr/>
        <p:txBody>
          <a:bodyPr>
            <a:normAutofit/>
          </a:bodyPr>
          <a:p>
            <a:r>
              <a:rPr lang="zh-CN" altLang="en-US" sz="1400"/>
              <a:t>磨除区域硬膜缺损采用自体筋膜修补，生物胶封闭
术后常规行腰大池引流3-5天，降低颅内压</a:t>
            </a:r>
            <a:endParaRPr lang="zh-CN" altLang="en-US" sz="1400"/>
          </a:p>
        </p:txBody>
      </p:sp>
      <p:sp>
        <p:nvSpPr>
          <p:cNvPr id="15" name="装饰  3"/>
          <p:cNvSpPr>
            <a:spLocks noGrp="1"/>
          </p:cNvSpPr>
          <p:nvPr>
            <p:ph type="body" idx="16405"/>
            <p:custDataLst>
              <p:tags r:id="rId20"/>
            </p:custDataLst>
          </p:nvPr>
        </p:nvSpPr>
        <p:spPr/>
        <p:txBody>
          <a:bodyPr/>
          <a:p>
            <a:r>
              <a:rPr lang="zh-CN" altLang="en-US"/>
              <a:t> </a:t>
            </a:r>
            <a:endParaRPr lang="zh-CN" altLang="en-US"/>
          </a:p>
        </p:txBody>
      </p:sp>
      <p:pic>
        <p:nvPicPr>
          <p:cNvPr id="28" name="图片占位符 27"/>
          <p:cNvPicPr/>
          <p:nvPr>
            <p:ph type="pic" idx="16404"/>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51840" y="4257040"/>
            <a:ext cx="325120" cy="325120"/>
          </a:xfrm>
          <a:prstGeom prst="rect">
            <a:avLst/>
          </a:prstGeom>
        </p:spPr>
      </p:pic>
      <p:sp>
        <p:nvSpPr>
          <p:cNvPr id="17" name="文本占位符 16"/>
          <p:cNvSpPr>
            <a:spLocks noGrp="1"/>
          </p:cNvSpPr>
          <p:nvPr>
            <p:ph type="body" idx="16392"/>
            <p:custDataLst>
              <p:tags r:id="rId24"/>
            </p:custDataLst>
          </p:nvPr>
        </p:nvSpPr>
        <p:spPr/>
        <p:txBody>
          <a:bodyPr>
            <a:normAutofit/>
          </a:bodyPr>
          <a:p>
            <a:r>
              <a:rPr lang="zh-CN" altLang="en-US"/>
              <a:t>面神经麻痹</a:t>
            </a:r>
            <a:endParaRPr lang="zh-CN" altLang="en-US"/>
          </a:p>
        </p:txBody>
      </p:sp>
      <p:sp>
        <p:nvSpPr>
          <p:cNvPr id="18" name="文本占位符 17"/>
          <p:cNvSpPr>
            <a:spLocks noGrp="1"/>
          </p:cNvSpPr>
          <p:nvPr>
            <p:ph type="body" idx="16393"/>
            <p:custDataLst>
              <p:tags r:id="rId25"/>
            </p:custDataLst>
          </p:nvPr>
        </p:nvSpPr>
        <p:spPr/>
        <p:txBody>
          <a:bodyPr>
            <a:normAutofit/>
          </a:bodyPr>
          <a:p>
            <a:r>
              <a:rPr lang="zh-CN" altLang="en-US" sz="1400"/>
              <a:t>早期给予激素冲击治疗（甲泼尼龙琥珀酸钠1g/d，连续3天）
联合神经营养药物（维生素B1、B12）及针灸康复治疗</a:t>
            </a:r>
            <a:endParaRPr lang="zh-CN" altLang="en-US" sz="1400"/>
          </a:p>
        </p:txBody>
      </p:sp>
      <p:sp>
        <p:nvSpPr>
          <p:cNvPr id="19" name="装饰  7"/>
          <p:cNvSpPr>
            <a:spLocks noGrp="1"/>
          </p:cNvSpPr>
          <p:nvPr>
            <p:ph type="body" idx="16407"/>
            <p:custDataLst>
              <p:tags r:id="rId26"/>
            </p:custDataLst>
          </p:nvPr>
        </p:nvSpPr>
        <p:spPr/>
        <p:txBody>
          <a:bodyPr/>
          <a:p>
            <a:r>
              <a:rPr lang="zh-CN" altLang="en-US"/>
              <a:t> </a:t>
            </a:r>
            <a:endParaRPr lang="zh-CN" altLang="en-US"/>
          </a:p>
        </p:txBody>
      </p:sp>
      <p:pic>
        <p:nvPicPr>
          <p:cNvPr id="30" name="图片占位符 29"/>
          <p:cNvPicPr/>
          <p:nvPr>
            <p:ph type="pic" idx="16406"/>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4561840" y="4257040"/>
            <a:ext cx="325120" cy="325120"/>
          </a:xfrm>
          <a:prstGeom prst="rect">
            <a:avLst/>
          </a:prstGeom>
        </p:spPr>
      </p:pic>
      <p:sp>
        <p:nvSpPr>
          <p:cNvPr id="21" name="文本占位符 20"/>
          <p:cNvSpPr>
            <a:spLocks noGrp="1"/>
          </p:cNvSpPr>
          <p:nvPr>
            <p:ph type="body" idx="16394"/>
            <p:custDataLst>
              <p:tags r:id="rId30"/>
            </p:custDataLst>
          </p:nvPr>
        </p:nvSpPr>
        <p:spPr/>
        <p:txBody>
          <a:bodyPr>
            <a:normAutofit/>
          </a:bodyPr>
          <a:p>
            <a:r>
              <a:rPr lang="zh-CN" altLang="en-US"/>
              <a:t>脑脊液漏</a:t>
            </a:r>
            <a:endParaRPr lang="zh-CN" altLang="en-US"/>
          </a:p>
        </p:txBody>
      </p:sp>
      <p:sp>
        <p:nvSpPr>
          <p:cNvPr id="22" name="文本占位符 21"/>
          <p:cNvSpPr>
            <a:spLocks noGrp="1"/>
          </p:cNvSpPr>
          <p:nvPr>
            <p:ph type="body" idx="16395"/>
            <p:custDataLst>
              <p:tags r:id="rId31"/>
            </p:custDataLst>
          </p:nvPr>
        </p:nvSpPr>
        <p:spPr/>
        <p:txBody>
          <a:bodyPr>
            <a:normAutofit/>
          </a:bodyPr>
          <a:p>
            <a:r>
              <a:rPr lang="zh-CN" altLang="en-US" sz="1400"/>
              <a:t>保守治疗无效者行硬膜修补术，采用颞肌筋膜+生物蛋白胶三明治修补法</a:t>
            </a:r>
            <a:endParaRPr lang="zh-CN" altLang="en-US" sz="1400"/>
          </a:p>
        </p:txBody>
      </p:sp>
      <p:sp>
        <p:nvSpPr>
          <p:cNvPr id="23" name="装饰  1"/>
          <p:cNvSpPr>
            <a:spLocks noGrp="1"/>
          </p:cNvSpPr>
          <p:nvPr>
            <p:ph type="body" idx="16409"/>
            <p:custDataLst>
              <p:tags r:id="rId32"/>
            </p:custDataLst>
          </p:nvPr>
        </p:nvSpPr>
        <p:spPr/>
        <p:txBody>
          <a:bodyPr/>
          <a:p>
            <a:r>
              <a:rPr lang="zh-CN" altLang="en-US"/>
              <a:t> </a:t>
            </a:r>
            <a:endParaRPr lang="zh-CN" altLang="en-US"/>
          </a:p>
        </p:txBody>
      </p:sp>
      <p:pic>
        <p:nvPicPr>
          <p:cNvPr id="27" name="图片占位符 26"/>
          <p:cNvPicPr/>
          <p:nvPr>
            <p:ph type="pic" idx="16408"/>
            <p:custDataLst>
              <p:tags r:id="rId33"/>
            </p:custDataLst>
          </p:nvPr>
        </p:nvPicPr>
        <p:blipFill>
          <a:blip r:embed="rId34">
            <a:extLst>
              <a:ext uri="{96DAC541-7B7A-43D3-8B79-37D633B846F1}">
                <asvg:svgBlip xmlns:asvg="http://schemas.microsoft.com/office/drawing/2016/SVG/main" r:embed="rId35"/>
              </a:ext>
            </a:extLst>
          </a:blip>
          <a:stretch>
            <a:fillRect/>
          </a:stretch>
        </p:blipFill>
        <p:spPr>
          <a:xfrm>
            <a:off x="8371840" y="4257040"/>
            <a:ext cx="325120" cy="325120"/>
          </a:xfrm>
          <a:prstGeom prst="rect">
            <a:avLst/>
          </a:prstGeom>
        </p:spPr>
      </p:pic>
      <p:sp>
        <p:nvSpPr>
          <p:cNvPr id="25" name="文本占位符 24"/>
          <p:cNvSpPr>
            <a:spLocks noGrp="1"/>
          </p:cNvSpPr>
          <p:nvPr>
            <p:ph type="body" idx="16396"/>
            <p:custDataLst>
              <p:tags r:id="rId36"/>
            </p:custDataLst>
          </p:nvPr>
        </p:nvSpPr>
        <p:spPr/>
        <p:txBody>
          <a:bodyPr>
            <a:normAutofit/>
          </a:bodyPr>
          <a:p>
            <a:r>
              <a:rPr lang="zh-CN" altLang="en-US"/>
              <a:t>听力障碍</a:t>
            </a:r>
            <a:endParaRPr lang="zh-CN" altLang="en-US"/>
          </a:p>
        </p:txBody>
      </p:sp>
      <p:sp>
        <p:nvSpPr>
          <p:cNvPr id="26" name="文本占位符 25"/>
          <p:cNvSpPr>
            <a:spLocks noGrp="1"/>
          </p:cNvSpPr>
          <p:nvPr>
            <p:ph type="body" idx="16397"/>
            <p:custDataLst>
              <p:tags r:id="rId37"/>
            </p:custDataLst>
          </p:nvPr>
        </p:nvSpPr>
        <p:spPr/>
        <p:txBody>
          <a:bodyPr>
            <a:normAutofit/>
          </a:bodyPr>
          <a:p>
            <a:r>
              <a:rPr lang="zh-CN" altLang="en-US" sz="1400"/>
              <a:t>术后6小时内完成纯音测听，听力下降者给予改善微循环药物</a:t>
            </a:r>
            <a:r>
              <a:rPr lang="en-US" altLang="zh-CN" sz="1400"/>
              <a:t> </a:t>
            </a:r>
            <a:endParaRPr lang="en-US" altLang="zh-CN" sz="1400"/>
          </a:p>
        </p:txBody>
      </p:sp>
    </p:spTree>
    <p:custDataLst>
      <p:tags r:id="rId38"/>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标题 26"/>
          <p:cNvSpPr>
            <a:spLocks noGrp="1"/>
          </p:cNvSpPr>
          <p:nvPr>
            <p:ph type="title"/>
            <p:custDataLst>
              <p:tags r:id="rId1"/>
            </p:custDataLst>
          </p:nvPr>
        </p:nvSpPr>
        <p:spPr/>
        <p:txBody>
          <a:bodyPr/>
          <a:p>
            <a:r>
              <a:rPr lang="zh-CN" altLang="en-US"/>
              <a:t>典型病</a:t>
            </a:r>
            <a:r>
              <a:rPr lang="zh-CN" altLang="en-US"/>
              <a:t>例汇报</a:t>
            </a:r>
            <a:endParaRPr lang="zh-CN" altLang="en-US"/>
          </a:p>
        </p:txBody>
      </p:sp>
      <p:sp>
        <p:nvSpPr>
          <p:cNvPr id="28" name="内容占位符 27"/>
          <p:cNvSpPr>
            <a:spLocks noGrp="1"/>
          </p:cNvSpPr>
          <p:nvPr>
            <p:ph idx="4294967295"/>
            <p:custDataLst>
              <p:tags r:id="rId2"/>
            </p:custDataLst>
          </p:nvPr>
        </p:nvSpPr>
        <p:spPr>
          <a:xfrm>
            <a:off x="1140460" y="1964690"/>
            <a:ext cx="10515600" cy="4351020"/>
          </a:xfrm>
        </p:spPr>
        <p:txBody>
          <a:bodyPr/>
          <a:p>
            <a:pPr marL="0" indent="0">
              <a:buNone/>
            </a:pPr>
            <a:r>
              <a:rPr lang="zh-CN" altLang="en-US"/>
              <a:t>病例</a:t>
            </a:r>
            <a:r>
              <a:rPr lang="en-US" altLang="zh-CN"/>
              <a:t>1</a:t>
            </a:r>
            <a:endParaRPr lang="en-US" altLang="zh-CN"/>
          </a:p>
          <a:p>
            <a:pPr marL="0" indent="0">
              <a:buNone/>
            </a:pPr>
            <a:endParaRPr lang="en-US" altLang="zh-CN"/>
          </a:p>
          <a:p>
            <a:pPr marL="0" indent="0">
              <a:buNone/>
            </a:pPr>
            <a:r>
              <a:rPr lang="zh-CN" altLang="en-US"/>
              <a:t>患者，女性，</a:t>
            </a:r>
            <a:r>
              <a:rPr lang="en-US" altLang="zh-CN"/>
              <a:t>55</a:t>
            </a:r>
            <a:r>
              <a:rPr lang="zh-CN" altLang="en-US"/>
              <a:t>岁。间断头昏</a:t>
            </a:r>
            <a:r>
              <a:rPr lang="en-US" altLang="zh-CN"/>
              <a:t>4</a:t>
            </a:r>
            <a:r>
              <a:rPr lang="zh-CN" altLang="en-US"/>
              <a:t>年入院。</a:t>
            </a:r>
            <a:endParaRPr lang="zh-CN" altLang="en-US"/>
          </a:p>
          <a:p>
            <a:pPr marL="0" indent="0">
              <a:buNone/>
            </a:pPr>
            <a:endParaRPr lang="zh-CN" altLang="en-US"/>
          </a:p>
          <a:p>
            <a:pPr marL="0" indent="0">
              <a:buNone/>
            </a:pPr>
            <a:r>
              <a:rPr lang="zh-CN" altLang="en-US"/>
              <a:t>头部</a:t>
            </a:r>
            <a:r>
              <a:rPr lang="en-US" altLang="zh-CN"/>
              <a:t>MR</a:t>
            </a:r>
            <a:r>
              <a:rPr lang="zh-CN" altLang="en-US"/>
              <a:t>检查提示：左侧桥脑小脑角区占位</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文本占位符 6"/>
          <p:cNvSpPr>
            <a:spLocks noGrp="1"/>
          </p:cNvSpPr>
          <p:nvPr>
            <p:ph type="body" idx="1"/>
          </p:nvPr>
        </p:nvSpPr>
        <p:spPr/>
        <p:txBody>
          <a:bodyPr/>
          <a:p>
            <a:endParaRPr lang="zh-CN" altLang="en-US"/>
          </a:p>
        </p:txBody>
      </p:sp>
      <p:pic>
        <p:nvPicPr>
          <p:cNvPr id="11" name="内容占位符 10" descr="C:/Users/Administrator/Desktop/Kawase入路-2025解剖大会/王国萍-岩斜区脑膜瘤/术前/微信图片_20221122083032.jpg微信图片_20221122083032"/>
          <p:cNvPicPr>
            <a:picLocks noChangeAspect="1"/>
          </p:cNvPicPr>
          <p:nvPr>
            <p:ph sz="half" idx="2"/>
          </p:nvPr>
        </p:nvPicPr>
        <p:blipFill>
          <a:blip r:embed="rId1"/>
          <a:srcRect t="13017" b="28499"/>
          <a:stretch>
            <a:fillRect/>
          </a:stretch>
        </p:blipFill>
        <p:spPr>
          <a:xfrm>
            <a:off x="838835" y="515620"/>
            <a:ext cx="4984750" cy="6155055"/>
          </a:xfrm>
          <a:prstGeom prst="rect">
            <a:avLst/>
          </a:prstGeom>
        </p:spPr>
      </p:pic>
      <p:sp>
        <p:nvSpPr>
          <p:cNvPr id="9" name="文本占位符 8"/>
          <p:cNvSpPr>
            <a:spLocks noGrp="1"/>
          </p:cNvSpPr>
          <p:nvPr>
            <p:ph type="body" sz="quarter" idx="3"/>
          </p:nvPr>
        </p:nvSpPr>
        <p:spPr/>
        <p:txBody>
          <a:bodyPr/>
          <a:p>
            <a:endParaRPr lang="zh-CN" altLang="en-US"/>
          </a:p>
        </p:txBody>
      </p:sp>
      <p:pic>
        <p:nvPicPr>
          <p:cNvPr id="12" name="内容占位符 11" descr="C:/Users/Administrator/Desktop/Kawase入路-2025解剖大会/王国萍-岩斜区脑膜瘤/术前/微信图片_20221122083026.jpg微信图片_20221122083026"/>
          <p:cNvPicPr>
            <a:picLocks noChangeAspect="1"/>
          </p:cNvPicPr>
          <p:nvPr>
            <p:ph sz="quarter" idx="4"/>
          </p:nvPr>
        </p:nvPicPr>
        <p:blipFill>
          <a:blip r:embed="rId2"/>
          <a:srcRect t="21936" b="28515"/>
          <a:stretch>
            <a:fillRect/>
          </a:stretch>
        </p:blipFill>
        <p:spPr>
          <a:xfrm>
            <a:off x="6166485" y="515620"/>
            <a:ext cx="5569585" cy="61544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endParaRPr lang="zh-CN" altLang="en-US"/>
          </a:p>
        </p:txBody>
      </p:sp>
      <p:pic>
        <p:nvPicPr>
          <p:cNvPr id="7" name="内容占位符 6" descr="屏幕截图 2025-12-18 083202"/>
          <p:cNvPicPr>
            <a:picLocks noChangeAspect="1"/>
          </p:cNvPicPr>
          <p:nvPr>
            <p:ph sz="half" idx="1"/>
          </p:nvPr>
        </p:nvPicPr>
        <p:blipFill>
          <a:blip r:embed="rId1"/>
          <a:stretch>
            <a:fillRect/>
          </a:stretch>
        </p:blipFill>
        <p:spPr>
          <a:xfrm>
            <a:off x="747395" y="523875"/>
            <a:ext cx="5516880" cy="5810885"/>
          </a:xfrm>
          <a:prstGeom prst="rect">
            <a:avLst/>
          </a:prstGeom>
        </p:spPr>
      </p:pic>
      <p:pic>
        <p:nvPicPr>
          <p:cNvPr id="8" name="内容占位符 7" descr="屏幕截图 2025-12-18 083247"/>
          <p:cNvPicPr>
            <a:picLocks noChangeAspect="1"/>
          </p:cNvPicPr>
          <p:nvPr>
            <p:ph sz="half" idx="2"/>
          </p:nvPr>
        </p:nvPicPr>
        <p:blipFill>
          <a:blip r:embed="rId2"/>
          <a:stretch>
            <a:fillRect/>
          </a:stretch>
        </p:blipFill>
        <p:spPr>
          <a:xfrm>
            <a:off x="6772275" y="523240"/>
            <a:ext cx="4649470" cy="58115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内容占位符 5"/>
          <p:cNvSpPr>
            <a:spLocks noGrp="1"/>
          </p:cNvSpPr>
          <p:nvPr>
            <p:ph idx="4294967295"/>
          </p:nvPr>
        </p:nvSpPr>
        <p:spPr>
          <a:xfrm>
            <a:off x="1092835" y="1763395"/>
            <a:ext cx="10515600" cy="4351020"/>
          </a:xfrm>
        </p:spPr>
        <p:txBody>
          <a:bodyPr/>
          <a:p>
            <a:pPr marL="0" indent="0">
              <a:buNone/>
            </a:pPr>
            <a:r>
              <a:rPr lang="zh-CN" altLang="en-US"/>
              <a:t>病例</a:t>
            </a:r>
            <a:r>
              <a:rPr lang="en-US" altLang="zh-CN"/>
              <a:t>2 </a:t>
            </a:r>
            <a:endParaRPr lang="en-US" altLang="zh-CN"/>
          </a:p>
          <a:p>
            <a:pPr marL="0" indent="0">
              <a:buNone/>
            </a:pPr>
            <a:endParaRPr lang="en-US" altLang="zh-CN"/>
          </a:p>
          <a:p>
            <a:pPr marL="0" indent="0">
              <a:buNone/>
            </a:pPr>
            <a:r>
              <a:rPr lang="zh-CN" altLang="en-US"/>
              <a:t>患者，女性，</a:t>
            </a:r>
            <a:r>
              <a:rPr lang="en-US" altLang="zh-CN"/>
              <a:t>27</a:t>
            </a:r>
            <a:r>
              <a:rPr lang="zh-CN" altLang="en-US"/>
              <a:t>岁。双手麻木一月入院</a:t>
            </a:r>
            <a:endParaRPr lang="zh-CN" altLang="en-US"/>
          </a:p>
          <a:p>
            <a:pPr marL="0" indent="0">
              <a:buNone/>
            </a:pPr>
            <a:endParaRPr lang="zh-CN" altLang="en-US"/>
          </a:p>
          <a:p>
            <a:pPr marL="0" indent="0">
              <a:buNone/>
            </a:pPr>
            <a:r>
              <a:rPr lang="zh-CN" altLang="en-US"/>
              <a:t>头部</a:t>
            </a:r>
            <a:r>
              <a:rPr lang="en-US" altLang="zh-CN"/>
              <a:t>MR</a:t>
            </a:r>
            <a:r>
              <a:rPr lang="zh-CN" altLang="en-US"/>
              <a:t>检查提示：</a:t>
            </a:r>
            <a:r>
              <a:rPr lang="en-US" altLang="zh-CN"/>
              <a:t>CPA</a:t>
            </a:r>
            <a:r>
              <a:rPr lang="zh-CN" altLang="en-US"/>
              <a:t>区胆脂瘤</a:t>
            </a:r>
            <a:endParaRPr lang="en-US" altLang="zh-CN"/>
          </a:p>
          <a:p>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标题 8"/>
          <p:cNvSpPr>
            <a:spLocks noGrp="1"/>
          </p:cNvSpPr>
          <p:nvPr>
            <p:ph type="title"/>
          </p:nvPr>
        </p:nvSpPr>
        <p:spPr/>
        <p:txBody>
          <a:bodyPr/>
          <a:p>
            <a:endParaRPr lang="zh-CN" altLang="en-US"/>
          </a:p>
        </p:txBody>
      </p:sp>
      <p:pic>
        <p:nvPicPr>
          <p:cNvPr id="12" name="内容占位符 11" descr="批注 2022-08-08 095449"/>
          <p:cNvPicPr>
            <a:picLocks noChangeAspect="1"/>
          </p:cNvPicPr>
          <p:nvPr>
            <p:ph sz="half" idx="1"/>
          </p:nvPr>
        </p:nvPicPr>
        <p:blipFill>
          <a:blip r:embed="rId1"/>
          <a:stretch>
            <a:fillRect/>
          </a:stretch>
        </p:blipFill>
        <p:spPr>
          <a:xfrm>
            <a:off x="377190" y="782320"/>
            <a:ext cx="5598795" cy="5552440"/>
          </a:xfrm>
          <a:prstGeom prst="rect">
            <a:avLst/>
          </a:prstGeom>
        </p:spPr>
      </p:pic>
      <p:pic>
        <p:nvPicPr>
          <p:cNvPr id="13" name="内容占位符 12" descr="C:/Users/Administrator/Desktop/Kawase入路-2025解剖大会/岩斜胆脂瘤-舒影/术前/批注 2022-08-08 094926.jpg批注 2022-08-08 094926"/>
          <p:cNvPicPr>
            <a:picLocks noChangeAspect="1"/>
          </p:cNvPicPr>
          <p:nvPr>
            <p:ph sz="half" idx="2"/>
          </p:nvPr>
        </p:nvPicPr>
        <p:blipFill>
          <a:blip r:embed="rId2"/>
          <a:srcRect l="2240" r="2240"/>
          <a:stretch>
            <a:fillRect/>
          </a:stretch>
        </p:blipFill>
        <p:spPr>
          <a:xfrm>
            <a:off x="6250940" y="782320"/>
            <a:ext cx="4935855" cy="55524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手术过程</a:t>
            </a:r>
            <a:endParaRPr lang="zh-CN" altLang="en-US"/>
          </a:p>
        </p:txBody>
      </p:sp>
      <p:pic>
        <p:nvPicPr>
          <p:cNvPr id="9" name="内容占位符 8" descr="微信图片_20220808105807"/>
          <p:cNvPicPr>
            <a:picLocks noChangeAspect="1"/>
          </p:cNvPicPr>
          <p:nvPr>
            <p:ph sz="half" idx="1"/>
          </p:nvPr>
        </p:nvPicPr>
        <p:blipFill>
          <a:blip r:embed="rId1"/>
          <a:stretch>
            <a:fillRect/>
          </a:stretch>
        </p:blipFill>
        <p:spPr>
          <a:xfrm>
            <a:off x="838200" y="2214880"/>
            <a:ext cx="5181600" cy="3887470"/>
          </a:xfrm>
          <a:prstGeom prst="rect">
            <a:avLst/>
          </a:prstGeom>
        </p:spPr>
      </p:pic>
      <p:pic>
        <p:nvPicPr>
          <p:cNvPr id="10" name="内容占位符 9" descr="微信图片_20220808105820"/>
          <p:cNvPicPr>
            <a:picLocks noChangeAspect="1"/>
          </p:cNvPicPr>
          <p:nvPr>
            <p:ph sz="half" idx="2"/>
          </p:nvPr>
        </p:nvPicPr>
        <p:blipFill>
          <a:blip r:embed="rId2"/>
          <a:stretch>
            <a:fillRect/>
          </a:stretch>
        </p:blipFill>
        <p:spPr>
          <a:xfrm>
            <a:off x="6172200" y="2214880"/>
            <a:ext cx="5181600" cy="38874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内容占位符 4" descr="屏幕截图 2025-12-22 104407"/>
          <p:cNvPicPr>
            <a:picLocks noChangeAspect="1"/>
          </p:cNvPicPr>
          <p:nvPr>
            <p:ph sz="half" idx="1"/>
          </p:nvPr>
        </p:nvPicPr>
        <p:blipFill>
          <a:blip r:embed="rId1"/>
          <a:stretch>
            <a:fillRect/>
          </a:stretch>
        </p:blipFill>
        <p:spPr>
          <a:xfrm>
            <a:off x="716915" y="588645"/>
            <a:ext cx="5287010" cy="5746115"/>
          </a:xfrm>
          <a:prstGeom prst="rect">
            <a:avLst/>
          </a:prstGeom>
        </p:spPr>
      </p:pic>
      <p:pic>
        <p:nvPicPr>
          <p:cNvPr id="6" name="内容占位符 5" descr="屏幕截图 2025-12-22 104327"/>
          <p:cNvPicPr>
            <a:picLocks noChangeAspect="1"/>
          </p:cNvPicPr>
          <p:nvPr>
            <p:ph sz="half" idx="2"/>
          </p:nvPr>
        </p:nvPicPr>
        <p:blipFill>
          <a:blip r:embed="rId2"/>
          <a:stretch>
            <a:fillRect/>
          </a:stretch>
        </p:blipFill>
        <p:spPr>
          <a:xfrm>
            <a:off x="6239510" y="589280"/>
            <a:ext cx="5501005" cy="57454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内容占位符 6" descr="7f5f67ac9514d9696950fda3335aa9f"/>
          <p:cNvPicPr>
            <a:picLocks noChangeAspect="1"/>
          </p:cNvPicPr>
          <p:nvPr>
            <p:ph idx="4294967295"/>
          </p:nvPr>
        </p:nvPicPr>
        <p:blipFill>
          <a:blip r:embed="rId1"/>
          <a:stretch>
            <a:fillRect/>
          </a:stretch>
        </p:blipFill>
        <p:spPr>
          <a:xfrm>
            <a:off x="2993390" y="0"/>
            <a:ext cx="6514465" cy="668845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4294967295"/>
          </p:nvPr>
        </p:nvSpPr>
        <p:spPr>
          <a:xfrm>
            <a:off x="4060190" y="106680"/>
            <a:ext cx="4652010" cy="598170"/>
          </a:xfrm>
        </p:spPr>
        <p:txBody>
          <a:bodyPr/>
          <a:p>
            <a:pPr algn="ctr"/>
            <a:r>
              <a:rPr lang="zh-CN" altLang="en-US"/>
              <a:t>小结</a:t>
            </a:r>
            <a:endParaRPr lang="zh-CN" altLang="en-US"/>
          </a:p>
        </p:txBody>
      </p:sp>
      <p:sp>
        <p:nvSpPr>
          <p:cNvPr id="3" name="内容占位符 2"/>
          <p:cNvSpPr>
            <a:spLocks noGrp="1"/>
          </p:cNvSpPr>
          <p:nvPr>
            <p:ph idx="4294967295"/>
          </p:nvPr>
        </p:nvSpPr>
        <p:spPr>
          <a:xfrm>
            <a:off x="427355" y="704215"/>
            <a:ext cx="11764645" cy="6212840"/>
          </a:xfrm>
        </p:spPr>
        <p:txBody>
          <a:bodyPr>
            <a:normAutofit fontScale="80000"/>
          </a:bodyPr>
          <a:p>
            <a:pPr marL="0" indent="0">
              <a:buNone/>
            </a:pPr>
            <a:r>
              <a:rPr lang="zh-CN" altLang="en-US" sz="1800" b="1">
                <a:solidFill>
                  <a:srgbClr val="FF0000"/>
                </a:solidFill>
              </a:rPr>
              <a:t>一、</a:t>
            </a:r>
            <a:r>
              <a:rPr lang="en-US" altLang="zh-CN" sz="1800" b="1">
                <a:solidFill>
                  <a:srgbClr val="FF0000"/>
                </a:solidFill>
              </a:rPr>
              <a:t> </a:t>
            </a:r>
            <a:r>
              <a:rPr lang="zh-CN" altLang="en-US" sz="1800" b="1">
                <a:solidFill>
                  <a:srgbClr val="FF0000"/>
                </a:solidFill>
              </a:rPr>
              <a:t>优点</a:t>
            </a:r>
            <a:endParaRPr lang="zh-CN" altLang="en-US" sz="1800" b="1">
              <a:solidFill>
                <a:srgbClr val="FF0000"/>
              </a:solidFill>
            </a:endParaRPr>
          </a:p>
          <a:p>
            <a:pPr>
              <a:lnSpc>
                <a:spcPct val="110000"/>
              </a:lnSpc>
            </a:pPr>
            <a:r>
              <a:rPr lang="en-US" altLang="zh-CN" sz="1500"/>
              <a:t>Kawaser</a:t>
            </a:r>
            <a:r>
              <a:rPr lang="zh-CN" altLang="en-US" sz="1500"/>
              <a:t>入路暴露范围精准且广泛可同时暴露中颅窝、后颅窝腹侧及海绵窦后部区域，尤其适合处理岩斜区脑膜瘤、三叉神经鞘瘤、胆脂瘤及脑干腹侧病变，能有效避开小脑幕切迹的阻挡，直接抵达传统入路难以触及的腹侧靶点。磨除</a:t>
            </a:r>
            <a:r>
              <a:rPr lang="en-US" altLang="zh-CN" sz="1500"/>
              <a:t> Kawase </a:t>
            </a:r>
            <a:r>
              <a:rPr lang="zh-CN" altLang="en-US" sz="1500"/>
              <a:t>三角后，无需过度牵拉脑组织，减少对颞叶、小脑的压迫损伤。</a:t>
            </a:r>
            <a:endParaRPr lang="zh-CN" altLang="en-US" sz="1500"/>
          </a:p>
          <a:p>
            <a:pPr>
              <a:lnSpc>
                <a:spcPct val="110000"/>
              </a:lnSpc>
            </a:pPr>
            <a:r>
              <a:rPr lang="zh-CN" altLang="en-US" sz="1500"/>
              <a:t>对神经血管的干扰较小手术路径沿颅底骨面操作，无需切断颅神经，可在三叉神经、滑车神经、面听神经之间的自然间隙内操作，降低神经损伤风险；对颈内动脉岩骨段、基底动脉上段等重要血管的显露清晰，便于术中保护。</a:t>
            </a:r>
            <a:endParaRPr lang="zh-CN" altLang="en-US" sz="1500"/>
          </a:p>
          <a:p>
            <a:pPr>
              <a:lnSpc>
                <a:spcPct val="110000"/>
              </a:lnSpc>
            </a:pPr>
            <a:r>
              <a:rPr lang="zh-CN" altLang="en-US" sz="1500"/>
              <a:t>骨窗可复位，颅底完整性较好术中磨除的岩骨骨质可通过骨片复位或人工材料修补，相比经迷路入路等破坏性入路，能更好地保留颅底结构，减少脑脊液漏、颅内感染的发生率，且术后患者的听力、前庭功能保留概率更高。</a:t>
            </a:r>
            <a:endParaRPr lang="zh-CN" altLang="en-US" sz="1500"/>
          </a:p>
          <a:p>
            <a:pPr>
              <a:lnSpc>
                <a:spcPct val="110000"/>
              </a:lnSpc>
            </a:pPr>
            <a:r>
              <a:rPr lang="zh-CN" altLang="en-US" sz="1500"/>
              <a:t>可联合其他入路拓展适应证可与乙状窦前入</a:t>
            </a:r>
            <a:r>
              <a:rPr lang="en-US" altLang="zh-CN" sz="1500"/>
              <a:t> </a:t>
            </a:r>
            <a:r>
              <a:rPr lang="zh-CN" altLang="en-US" sz="1500"/>
              <a:t>路、枕下乙状窦后入路等联合使用，应对范围更广的岩斜区巨大病变，提升肿瘤全切率。</a:t>
            </a:r>
            <a:endParaRPr lang="zh-CN" altLang="en-US" sz="1500"/>
          </a:p>
          <a:p>
            <a:pPr marL="0" indent="0">
              <a:lnSpc>
                <a:spcPct val="110000"/>
              </a:lnSpc>
              <a:buNone/>
            </a:pPr>
            <a:r>
              <a:rPr lang="zh-CN" altLang="en-US" sz="1800" b="1">
                <a:solidFill>
                  <a:srgbClr val="FF0000"/>
                </a:solidFill>
              </a:rPr>
              <a:t>二、</a:t>
            </a:r>
            <a:r>
              <a:rPr lang="en-US" altLang="zh-CN" sz="1800" b="1">
                <a:solidFill>
                  <a:srgbClr val="FF0000"/>
                </a:solidFill>
              </a:rPr>
              <a:t> </a:t>
            </a:r>
            <a:r>
              <a:rPr lang="zh-CN" altLang="en-US" sz="1800" b="1">
                <a:solidFill>
                  <a:srgbClr val="FF0000"/>
                </a:solidFill>
              </a:rPr>
              <a:t>缺点</a:t>
            </a:r>
            <a:endParaRPr lang="zh-CN" altLang="en-US" sz="1800" b="1">
              <a:solidFill>
                <a:srgbClr val="FF0000"/>
              </a:solidFill>
            </a:endParaRPr>
          </a:p>
          <a:p>
            <a:pPr>
              <a:lnSpc>
                <a:spcPct val="110000"/>
              </a:lnSpc>
            </a:pPr>
            <a:r>
              <a:rPr lang="zh-CN" altLang="en-US" sz="1500"/>
              <a:t>手术技术门槛高，学习曲线陡峭</a:t>
            </a:r>
            <a:r>
              <a:rPr lang="en-US" altLang="zh-CN" sz="1500"/>
              <a:t>Kawase </a:t>
            </a:r>
            <a:r>
              <a:rPr lang="zh-CN" altLang="en-US" sz="1500"/>
              <a:t>三角的解剖边界（前界为三叉神经下颌支、后界为岩上窦、内侧界为海绵窦后壁、外侧界为弓状隆起）识别难度大，需要术者对颅底显微解剖有精准把握；磨骨过程中若操作不当，易损伤颈内动脉、内听道内的面听神经，引发严重并发症。</a:t>
            </a:r>
            <a:endParaRPr lang="zh-CN" altLang="en-US" sz="1500"/>
          </a:p>
          <a:p>
            <a:pPr>
              <a:lnSpc>
                <a:spcPct val="110000"/>
              </a:lnSpc>
            </a:pPr>
            <a:r>
              <a:rPr lang="zh-CN" altLang="en-US" sz="1500"/>
              <a:t>部分病例暴露受限对于下斜坡（颈静脉孔区）、脑干腹外侧下部的病变，暴露效果不如远外侧入路；若病变向鞍区、眼眶延伸，需联合额外入路，增加手术复杂性。</a:t>
            </a:r>
            <a:endParaRPr lang="zh-CN" altLang="en-US" sz="1500"/>
          </a:p>
          <a:p>
            <a:pPr>
              <a:lnSpc>
                <a:spcPct val="110000"/>
              </a:lnSpc>
            </a:pPr>
            <a:r>
              <a:rPr lang="zh-CN" altLang="en-US" sz="1500"/>
              <a:t>术后并发症风险仍存在可能出现脑脊液鼻漏</a:t>
            </a:r>
            <a:r>
              <a:rPr lang="en-US" altLang="zh-CN" sz="1500"/>
              <a:t> / </a:t>
            </a:r>
            <a:r>
              <a:rPr lang="zh-CN" altLang="en-US" sz="1500"/>
              <a:t>耳漏（因岩骨磨除后颅底硬膜修补不严密）、三叉神经功能障碍（面部麻木、咀嚼无力）、听力下降或耳鸣（磨骨时的振动或热损伤）；颞叶牵拉过度可能导致术后癫痫、脑水肿。</a:t>
            </a:r>
            <a:endParaRPr lang="zh-CN" altLang="en-US" sz="1500"/>
          </a:p>
          <a:p>
            <a:pPr>
              <a:lnSpc>
                <a:spcPct val="110000"/>
              </a:lnSpc>
            </a:pPr>
            <a:r>
              <a:rPr lang="zh-CN" altLang="en-US" sz="1500"/>
              <a:t>手术时间较长，创伤相对偏大相比内镜辅助入路，显微</a:t>
            </a:r>
            <a:r>
              <a:rPr lang="en-US" altLang="zh-CN" sz="1500"/>
              <a:t> Kawase </a:t>
            </a:r>
            <a:r>
              <a:rPr lang="zh-CN" altLang="en-US" sz="1500"/>
              <a:t>入路需要做颞部皮瓣、开颅及磨除岩骨等步骤，手术耗时较长，对患者的身体条件有一定要求，不适用于高龄、体质虚弱的患者。</a:t>
            </a:r>
            <a:endParaRPr lang="zh-CN" altLang="en-US" sz="1500"/>
          </a:p>
          <a:p>
            <a:pPr marL="0" indent="0">
              <a:lnSpc>
                <a:spcPct val="110000"/>
              </a:lnSpc>
              <a:buNone/>
            </a:pPr>
            <a:r>
              <a:rPr lang="zh-CN" altLang="en-US" sz="1800" b="1">
                <a:solidFill>
                  <a:srgbClr val="FF0000"/>
                </a:solidFill>
              </a:rPr>
              <a:t>三、</a:t>
            </a:r>
            <a:r>
              <a:rPr lang="en-US" altLang="zh-CN" sz="1800" b="1">
                <a:solidFill>
                  <a:srgbClr val="FF0000"/>
                </a:solidFill>
              </a:rPr>
              <a:t> </a:t>
            </a:r>
            <a:r>
              <a:rPr lang="zh-CN" altLang="en-US" sz="1800" b="1">
                <a:solidFill>
                  <a:srgbClr val="FF0000"/>
                </a:solidFill>
              </a:rPr>
              <a:t>适用场景总结</a:t>
            </a:r>
            <a:endParaRPr lang="zh-CN" altLang="en-US" sz="1800" b="1">
              <a:solidFill>
                <a:srgbClr val="FF0000"/>
              </a:solidFill>
            </a:endParaRPr>
          </a:p>
          <a:p>
            <a:pPr>
              <a:lnSpc>
                <a:spcPct val="110000"/>
              </a:lnSpc>
            </a:pPr>
            <a:r>
              <a:rPr lang="en-US" altLang="zh-CN" sz="1500"/>
              <a:t>Kawase </a:t>
            </a:r>
            <a:r>
              <a:rPr lang="zh-CN" altLang="en-US" sz="1500"/>
              <a:t>入路更适合岩斜区中上部、海绵窦后部、脑干腹侧中上部的中小型至中型病变，尤其适用于希望保留听力和前庭功能的患者；对于巨大病变或下斜坡病变，需结合其他入路或选择更合适的手术方式。</a:t>
            </a:r>
            <a:endParaRPr lang="zh-CN" altLang="en-US" sz="15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extLst>
              <a:ext uri="{28A0092B-C50C-407E-A947-70E740481C1C}">
                <a14:useLocalDpi xmlns:a14="http://schemas.microsoft.com/office/drawing/2010/main" val="0"/>
              </a:ext>
            </a:extLst>
          </a:blip>
          <a:srcRect t="9479" b="3982"/>
          <a:stretch>
            <a:fillRect/>
          </a:stretch>
        </p:blipFill>
        <p:spPr>
          <a:xfrm>
            <a:off x="0" y="-635"/>
            <a:ext cx="12192635" cy="6858000"/>
          </a:xfrm>
          <a:prstGeom prst="rect">
            <a:avLst/>
          </a:prstGeom>
        </p:spPr>
      </p:pic>
      <p:sp>
        <p:nvSpPr>
          <p:cNvPr id="2" name="Subtitle 12"/>
          <p:cNvSpPr>
            <a:spLocks noGrp="1"/>
          </p:cNvSpPr>
          <p:nvPr>
            <p:ph type="body" idx="16386"/>
            <p:custDataLst>
              <p:tags r:id="rId2"/>
            </p:custDataLst>
          </p:nvPr>
        </p:nvSpPr>
        <p:spPr>
          <a:xfrm>
            <a:off x="5860627" y="1031875"/>
            <a:ext cx="5449358" cy="457200"/>
          </a:xfrm>
        </p:spPr>
        <p:txBody>
          <a:bodyPr/>
          <a:p>
            <a:r>
              <a:rPr lang="zh-CN" altLang="en-US"/>
              <a:t>THE END</a:t>
            </a:r>
            <a:endParaRPr lang="zh-CN" altLang="en-US"/>
          </a:p>
        </p:txBody>
      </p:sp>
      <p:sp>
        <p:nvSpPr>
          <p:cNvPr id="3" name="标题 1"/>
          <p:cNvSpPr>
            <a:spLocks noGrp="1"/>
          </p:cNvSpPr>
          <p:nvPr>
            <p:ph type="ctrTitle" idx="16385"/>
            <p:custDataLst>
              <p:tags r:id="rId3"/>
            </p:custDataLst>
          </p:nvPr>
        </p:nvSpPr>
        <p:spPr>
          <a:xfrm>
            <a:off x="5860133" y="1489075"/>
            <a:ext cx="5451122" cy="1016000"/>
          </a:xfrm>
        </p:spPr>
        <p:txBody>
          <a:bodyPr>
            <a:normAutofit fontScale="90000"/>
          </a:bodyPr>
          <a:p>
            <a:r>
              <a:rPr lang="zh-CN" altLang="en-US"/>
              <a:t>谢谢</a:t>
            </a:r>
            <a:endParaRPr lang="zh-CN" altLang="en-US"/>
          </a:p>
        </p:txBody>
      </p:sp>
    </p:spTree>
    <p:custDataLst>
      <p:tags r:id="rId4"/>
    </p:custDataLst>
  </p:cSld>
  <p:clrMapOvr>
    <a:masterClrMapping/>
  </p:clrMapOvr>
</p:sld>
</file>

<file path=ppt/tags/tag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BEAUTIFY_FLAG" val="#fgm#"/>
  <p:tag name="KSO_WM_FIGMA_FLAG" val="#fgm#"/>
  <p:tag name="KSO_WM_UNIT_INDEX" val="1"/>
  <p:tag name="KSO_WM_UNIT_TYPE" val="a"/>
  <p:tag name="KSO_WM_LAYOUT_CHECK_HASH" val="00fa037b8408362f4fa70524711eac4c764ed898"/>
  <p:tag name="KSO_WM_NEWLAYOUT_GROUP_ID" val="layout_3"/>
  <p:tag name="KSO_WM_NEWLAYOUT_ID" val="slide_35706d261c590e5b"/>
</p:tagLst>
</file>

<file path=ppt/tags/tag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Lst>
</file>

<file path=ppt/tags/tag6.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Lst>
</file>

<file path=ppt/tags/tag10.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1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Lst>
</file>

<file path=ppt/tags/tag14.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1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Lst>
</file>

<file path=ppt/tags/tag18.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1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0.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5_1"/>
  <p:tag name="KSO_WM_UNIT_TYPE" val="l_h_i"/>
</p:tagLst>
</file>

<file path=ppt/tags/tag22.xml><?xml version="1.0" encoding="utf-8"?>
<p:tagLst xmlns:p="http://schemas.openxmlformats.org/presentationml/2006/main">
  <p:tag name="KSO_WM_FIGMA_DECORATION_INDEX" val="11"/>
  <p:tag name="$PH_EXT" val="1"/>
  <p:tag name="KSO_WM_BEAUTIFY_FLAG" val="#fgm#"/>
  <p:tag name="KSO_WM_DIAGRAM_GROUP_CODE" val="1"/>
  <p:tag name="KSO_WM_FIGMA_FLAG" val="#fgm#"/>
  <p:tag name="KSO_WM_UNIT_INDEX" val="1_5_1"/>
  <p:tag name="KSO_WM_UNIT_TYPE" val="l_h_x"/>
</p:tagLst>
</file>

<file path=ppt/tags/tag23.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24.xml><?xml version="1.0" encoding="utf-8"?>
<p:tagLst xmlns:p="http://schemas.openxmlformats.org/presentationml/2006/main">
  <p:tag name="KSO_WM_BEAUTIFY_FLAG" val="#fgm#"/>
  <p:tag name="KSO_WM_DIAGRAM_GROUP_CODE" val="1"/>
  <p:tag name="KSO_WM_FIGMA_FLAG" val="#fgm#"/>
  <p:tag name="KSO_WM_UNIT_INDEX" val="1_5_1"/>
  <p:tag name="KSO_WM_UNIT_TYPE" val="l_h_f"/>
</p:tagLst>
</file>

<file path=ppt/tags/tag2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6_1"/>
  <p:tag name="KSO_WM_UNIT_TYPE" val="l_h_i"/>
</p:tagLst>
</file>

<file path=ppt/tags/tag26.xml><?xml version="1.0" encoding="utf-8"?>
<p:tagLst xmlns:p="http://schemas.openxmlformats.org/presentationml/2006/main">
  <p:tag name="KSO_WM_FIGMA_DECORATION_INDEX" val="12"/>
  <p:tag name="$PH_EXT" val="1"/>
  <p:tag name="KSO_WM_BEAUTIFY_FLAG" val="#fgm#"/>
  <p:tag name="KSO_WM_DIAGRAM_GROUP_CODE" val="1"/>
  <p:tag name="KSO_WM_FIGMA_FLAG" val="#fgm#"/>
  <p:tag name="KSO_WM_UNIT_INDEX" val="1_6_1"/>
  <p:tag name="KSO_WM_UNIT_TYPE" val="l_h_x"/>
</p:tagLst>
</file>

<file path=ppt/tags/tag27.xml><?xml version="1.0" encoding="utf-8"?>
<p:tagLst xmlns:p="http://schemas.openxmlformats.org/presentationml/2006/main">
  <p:tag name="KSO_WM_BEAUTIFY_FLAG" val="#fgm#"/>
  <p:tag name="KSO_WM_DIAGRAM_GROUP_CODE" val="1"/>
  <p:tag name="KSO_WM_FIGMA_FLAG" val="#fgm#"/>
  <p:tag name="KSO_WM_UNIT_INDEX" val="1_6_1"/>
  <p:tag name="KSO_WM_UNIT_TYPE" val="l_h_a"/>
</p:tagLst>
</file>

<file path=ppt/tags/tag28.xml><?xml version="1.0" encoding="utf-8"?>
<p:tagLst xmlns:p="http://schemas.openxmlformats.org/presentationml/2006/main">
  <p:tag name="KSO_WM_BEAUTIFY_FLAG" val="#fgm#"/>
  <p:tag name="KSO_WM_DIAGRAM_GROUP_CODE" val="1"/>
  <p:tag name="KSO_WM_FIGMA_FLAG" val="#fgm#"/>
  <p:tag name="KSO_WM_UNIT_INDEX" val="1_6_1"/>
  <p:tag name="KSO_WM_UNIT_TYPE" val="l_h_f"/>
</p:tagLst>
</file>

<file path=ppt/tags/tag2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BEAUTIFY_FLAG" val="#fgm#"/>
  <p:tag name="KSO_WM_FIGMA_FLAG" val="#fgm#"/>
  <p:tag name="KSO_WM_UNIT_INDEX" val="1"/>
  <p:tag name="KSO_WM_UNIT_TYPE" val="a"/>
  <p:tag name="KSO_WM_LAYOUT_CHECK_HASH" val="d571869410ea3fa8012b95c3358b9050aaf574eb"/>
  <p:tag name="KSO_WM_NEWLAYOUT_GROUP_ID" val="layout_63"/>
  <p:tag name="KSO_WM_NEWLAYOUT_ID" val="slide_f8237b5359323683"/>
</p:tagLst>
</file>

<file path=ppt/tags/tag33.xml><?xml version="1.0" encoding="utf-8"?>
<p:tagLst xmlns:p="http://schemas.openxmlformats.org/presentationml/2006/main">
  <p:tag name="KSO_WM_BEAUTIFY_FLAG" val="#fgm#"/>
  <p:tag name="KSO_WM_FIGMA_FLAG" val="#fgm#"/>
  <p:tag name="KSO_WM_UNIT_INDEX" val="1"/>
  <p:tag name="KSO_WM_UNIT_TYPE" val="d"/>
</p:tagLst>
</file>

<file path=ppt/tags/tag3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BEAUTIFY_FLAG" val="#fgm#"/>
  <p:tag name="KSO_WM_FIGMA_FLAG" val="#fgm#"/>
  <p:tag name="KSO_WM_UNIT_INDEX" val="1"/>
  <p:tag name="KSO_WM_UNIT_TYPE" val="a"/>
  <p:tag name="KSO_WM_LAYOUT_CHECK_HASH" val="799dd5779494c29a70cc1e38fd938dcfcb99a0e1"/>
  <p:tag name="KSO_WM_NEWLAYOUT_GROUP_ID" val="layout_10012"/>
  <p:tag name="KSO_WM_NEWLAYOUT_ID" val="slide_ed19c0db6ed585c4"/>
</p:tagLst>
</file>

<file path=ppt/tags/tag42.xml><?xml version="1.0" encoding="utf-8"?>
<p:tagLst xmlns:p="http://schemas.openxmlformats.org/presentationml/2006/main">
  <p:tag name="KSO_WM_BEAUTIFY_FLAG" val="#fgm#"/>
  <p:tag name="KSO_WM_FIGMA_FLAG" val="#fgm#"/>
  <p:tag name="KSO_WM_UNIT_INDEX" val="1"/>
  <p:tag name="KSO_WM_UNIT_TYPE" val="d"/>
</p:tagLst>
</file>

<file path=ppt/tags/tag4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4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BEAUTIFY_FLAG" val="#fgm#"/>
  <p:tag name="KSO_WM_FIGMA_FLAG" val="#fgm#"/>
  <p:tag name="KSO_WM_UNIT_INDEX" val="1"/>
  <p:tag name="KSO_WM_UNIT_TYPE" val="a"/>
  <p:tag name="KSO_WM_LAYOUT_CHECK_HASH" val="f4f30680c9dfaf7d42bbcea55733dcdd83df2bad"/>
  <p:tag name="KSO_WM_NEWLAYOUT_GROUP_ID" val="layout_27"/>
  <p:tag name="KSO_WM_NEWLAYOUT_ID" val="slide_c0721c1dc1994710"/>
</p:tagLst>
</file>

<file path=ppt/tags/tag5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54.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5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58.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5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6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6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62.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6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6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6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BEAUTIFY_FLAG" val="#fgm#"/>
  <p:tag name="KSO_WM_FIGMA_FLAG" val="#fgm#"/>
  <p:tag name="KSO_WM_UNIT_INDEX" val="1"/>
  <p:tag name="KSO_WM_UNIT_TYPE" val="a"/>
  <p:tag name="KSO_WM_LAYOUT_CHECK_HASH" val="28f43782531312ade93d51d104d52f0a780ef4f7"/>
  <p:tag name="KSO_WM_NEWLAYOUT_GROUP_ID" val="layout_10007"/>
  <p:tag name="KSO_WM_NEWLAYOUT_ID" val="slide_c162246a47120d9c"/>
</p:tagLst>
</file>

<file path=ppt/tags/tag6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7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7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7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7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7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7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BEAUTIFY_FLAG" val="#fgm#"/>
  <p:tag name="KSO_WM_FIGMA_FLAG" val="#fgm#"/>
  <p:tag name="KSO_WM_UNIT_INDEX" val="1"/>
  <p:tag name="KSO_WM_UNIT_TYPE" val="a"/>
  <p:tag name="KSO_WM_LAYOUT_CHECK_HASH" val="049cbb8aaba22ca546e5f1071c70375e05770e4d"/>
  <p:tag name="KSO_WM_NEWLAYOUT_GROUP_ID" val="layout_61"/>
  <p:tag name="KSO_WM_NEWLAYOUT_ID" val="slide_e1d1abaaf739d42e"/>
</p:tagLst>
</file>

<file path=ppt/tags/tag79.xml><?xml version="1.0" encoding="utf-8"?>
<p:tagLst xmlns:p="http://schemas.openxmlformats.org/presentationml/2006/main">
  <p:tag name="KSO_WM_BEAUTIFY_FLAG" val="#fgm#"/>
  <p:tag name="KSO_WM_FIGMA_FLAG" val="#fgm#"/>
  <p:tag name="KSO_WM_UNIT_INDEX" val="1"/>
  <p:tag name="KSO_WM_UNIT_TYPE" val="d"/>
</p:tagLst>
</file>

<file path=ppt/tags/tag80.xml><?xml version="1.0" encoding="utf-8"?>
<p:tagLst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Lst>
</file>

<file path=ppt/tags/tag8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8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8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8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8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8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BEAUTIFY_FLAG" val="#fgm#"/>
  <p:tag name="KSO_WM_FIGMA_FLAG" val="#fgm#"/>
  <p:tag name="KSO_WM_UNIT_INDEX" val="1"/>
  <p:tag name="KSO_WM_UNIT_TYPE" val="a"/>
  <p:tag name="KSO_WM_LAYOUT_CHECK_HASH" val="772198310f675011ee97dce279d55eb50d709178"/>
  <p:tag name="KSO_WM_NEWLAYOUT_GROUP_ID" val="layout_30"/>
  <p:tag name="KSO_WM_NEWLAYOUT_ID" val="slide_0581d4d39d80ce13"/>
</p:tagLst>
</file>

<file path=ppt/tags/tag91.xml><?xml version="1.0" encoding="utf-8"?>
<p:tagLst xmlns:p="http://schemas.openxmlformats.org/presentationml/2006/main">
  <p:tag name="KSO_WM_BEAUTIFY_FLAG" val="#fgm#"/>
  <p:tag name="KSO_WM_FIGMA_FLAG" val="#fgm#"/>
  <p:tag name="KSO_WM_UNIT_INDEX" val="1"/>
  <p:tag name="KSO_WM_UNIT_TYPE" val="d"/>
</p:tagLst>
</file>

<file path=ppt/tags/tag9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9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9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9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9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9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BEAUTIFY_FLAG" val="#fgm#"/>
  <p:tag name="KSO_WM_FIGMA_FLAG" val="#fgm#"/>
  <p:tag name="KSO_WM_UNIT_INDEX" val="1"/>
  <p:tag name="KSO_WM_UNIT_TYPE" val="a"/>
  <p:tag name="KSO_WM_LAYOUT_CHECK_HASH" val="9c33e385b3c9683c63eedc1c4285c3a125d3f544"/>
  <p:tag name="KSO_WM_NEWLAYOUT_GROUP_ID" val="layout_6"/>
  <p:tag name="KSO_WM_NEWLAYOUT_ID" val="slide_a9b8dd85d7f4ac41"/>
</p:tagLst>
</file>

<file path=ppt/tags/tag102.xml><?xml version="1.0" encoding="utf-8"?>
<p:tagLst xmlns:p="http://schemas.openxmlformats.org/presentationml/2006/main">
  <p:tag name="KSO_WM_BEAUTIFY_FLAG" val="#fgm#"/>
  <p:tag name="KSO_WM_FIGMA_FLAG" val="#fgm#"/>
  <p:tag name="KSO_WM_UNIT_INDEX" val="1"/>
  <p:tag name="KSO_WM_UNIT_TYPE" val="d"/>
</p:tagLst>
</file>

<file path=ppt/tags/tag103.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0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0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0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0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0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0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1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1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p="http://schemas.openxmlformats.org/presentationml/2006/main">
  <p:tag name="KSO_WM_BEAUTIFY_FLAG" val="#fgm#"/>
  <p:tag name="KSO_WM_FIGMA_FLAG" val="#fgm#"/>
  <p:tag name="KSO_WM_UNIT_INDEX" val="1"/>
  <p:tag name="KSO_WM_UNIT_TYPE" val="a"/>
  <p:tag name="KSO_WM_LAYOUT_CHECK_HASH" val="abc52e469e3d15ddc4fa1d2a0eb81fe128f1f239"/>
  <p:tag name="KSO_WM_NEWLAYOUT_GROUP_ID" val="layout_14"/>
  <p:tag name="KSO_WM_NEWLAYOUT_ID" val="slide_fbd1737be693ef9a"/>
</p:tagLst>
</file>

<file path=ppt/tags/tag116.xml><?xml version="1.0" encoding="utf-8"?>
<p:tagLst xmlns:p="http://schemas.openxmlformats.org/presentationml/2006/main">
  <p:tag name="KSO_WM_FIGMA_DECORATION_INDEX" val="18_contentModel"/>
  <p:tag name="$PH_EXT" val="2"/>
  <p:tag name="KSO_WM_BEAUTIFY_FLAG" val="#fgm#"/>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Lst>
</file>

<file path=ppt/tags/tag117.xml><?xml version="1.0" encoding="utf-8"?>
<p:tagLst xmlns:p="http://schemas.openxmlformats.org/presentationml/2006/main">
  <p:tag name="KSO_WM_BEAUTIFY_FLAG" val="#fgm#"/>
  <p:tag name="KSO_WM_FIGMA_FLAG" val="#fgm#"/>
  <p:tag name="KSO_WM_UNIT_INDEX" val="1"/>
  <p:tag name="KSO_WM_UNIT_TYPE" val="f"/>
</p:tagLst>
</file>

<file path=ppt/tags/tag11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BEAUTIFY_FLAG" val="#fgm#"/>
  <p:tag name="KSO_WM_FIGMA_FLAG" val="#fgm#"/>
  <p:tag name="KSO_WM_UNIT_INDEX" val="1"/>
  <p:tag name="KSO_WM_UNIT_TYPE" val="a"/>
  <p:tag name="KSO_WM_LAYOUT_CHECK_HASH" val="3b3137cc2fa8750cb5677b5c629e6ddcb6ae8815"/>
  <p:tag name="KSO_WM_NEWLAYOUT_GROUP_ID" val="layout_49"/>
  <p:tag name="KSO_WM_NEWLAYOUT_ID" val="slide_c2bbdeee6f9d8775"/>
</p:tagLst>
</file>

<file path=ppt/tags/tag12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123.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2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2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2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127.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2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2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3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131.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3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3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3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7.xml><?xml version="1.0" encoding="utf-8"?>
<p:tagLst xmlns:p="http://schemas.openxmlformats.org/presentationml/2006/main">
  <p:tag name="KSO_WM_BEAUTIFY_FLAG" val="#fgm#"/>
  <p:tag name="KSO_WM_FIGMA_FLAG" val="#fgm#"/>
  <p:tag name="KSO_WM_UNIT_INDEX" val="1"/>
  <p:tag name="KSO_WM_UNIT_TYPE" val="a"/>
  <p:tag name="KSO_WM_LAYOUT_CHECK_HASH" val="0731b4eadbb151f5709fc86b80f36912d24757af"/>
  <p:tag name="KSO_WM_NEWLAYOUT_GROUP_ID" val="layout_2"/>
  <p:tag name="KSO_WM_NEWLAYOUT_ID" val="slide_575721c834a94fa4"/>
</p:tagLst>
</file>

<file path=ppt/tags/tag13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39.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4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4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42.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Lst>
</file>

<file path=ppt/tags/tag143.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4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4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9.xml><?xml version="1.0" encoding="utf-8"?>
<p:tagLst xmlns:p="http://schemas.openxmlformats.org/presentationml/2006/main">
  <p:tag name="KSO_WM_BEAUTIFY_FLAG" val="#fgm#"/>
  <p:tag name="KSO_WM_FIGMA_FLAG" val="#fgm#"/>
  <p:tag name="KSO_WM_UNIT_INDEX" val="1"/>
  <p:tag name="KSO_WM_UNIT_TYPE" val="a"/>
  <p:tag name="KSO_WM_LAYOUT_CHECK_HASH" val="7e1faf26d694863767c26d920b8c8eae2780b281"/>
  <p:tag name="KSO_WM_NEWLAYOUT_GROUP_ID" val="layout_26"/>
  <p:tag name="KSO_WM_NEWLAYOUT_ID" val="slide_33b65c8d547e38d4"/>
</p:tagLst>
</file>

<file path=ppt/tags/tag15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151.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5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5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54.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155.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5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5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5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59.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6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6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6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5.xml><?xml version="1.0" encoding="utf-8"?>
<p:tagLst xmlns:p="http://schemas.openxmlformats.org/presentationml/2006/main">
  <p:tag name="KSO_WM_BEAUTIFY_FLAG" val="#fgm#"/>
  <p:tag name="KSO_WM_FIGMA_FLAG" val="#fgm#"/>
  <p:tag name="KSO_WM_UNIT_INDEX" val="1"/>
  <p:tag name="KSO_WM_UNIT_TYPE" val="a"/>
  <p:tag name="KSO_WM_LAYOUT_CHECK_HASH" val="1ff667eb9dbe205390b0a6052e105c2bbdd7e9ef"/>
  <p:tag name="KSO_WM_NEWLAYOUT_GROUP_ID" val="layout_35"/>
  <p:tag name="KSO_WM_NEWLAYOUT_ID" val="slide_eebcb85bcbb747d8"/>
</p:tagLst>
</file>

<file path=ppt/tags/tag166.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16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6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69.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17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7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72.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17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7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75.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176.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177.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78.xml><?xml version="1.0" encoding="utf-8"?>
<p:tagLst xmlns:p="http://schemas.openxmlformats.org/presentationml/2006/main">
  <p:tag name="KSO_WM_BEAUTIFY_FLAG" val="#fgm#"/>
  <p:tag name="KSO_WM_DIAGRAM_GROUP_CODE" val="1"/>
  <p:tag name="KSO_WM_FIGMA_FLAG" val="#fgm#"/>
  <p:tag name="KSO_WM_UNIT_INDEX" val="1_5_2"/>
  <p:tag name="KSO_WM_UNIT_SUBTYPE" val="d"/>
  <p:tag name="KSO_WM_UNIT_TYPE" val="l_h_i"/>
</p:tagLst>
</file>

<file path=ppt/tags/tag179.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180.xml><?xml version="1.0" encoding="utf-8"?>
<p:tagLst xmlns:p="http://schemas.openxmlformats.org/presentationml/2006/main">
  <p:tag name="KSO_WM_BEAUTIFY_FLAG" val="#fgm#"/>
  <p:tag name="KSO_WM_DIAGRAM_GROUP_CODE" val="1"/>
  <p:tag name="KSO_WM_FIGMA_FLAG" val="#fgm#"/>
  <p:tag name="KSO_WM_UNIT_INDEX" val="1_5_1"/>
  <p:tag name="KSO_WM_UNIT_TYPE" val="l_h_f"/>
</p:tagLst>
</file>

<file path=ppt/tags/tag18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4.xml><?xml version="1.0" encoding="utf-8"?>
<p:tagLst xmlns:p="http://schemas.openxmlformats.org/presentationml/2006/main">
  <p:tag name="KSO_WM_BEAUTIFY_FLAG" val="#fgm#"/>
  <p:tag name="KSO_WM_FIGMA_FLAG" val="#fgm#"/>
  <p:tag name="KSO_WM_UNIT_INDEX" val="1"/>
  <p:tag name="KSO_WM_UNIT_TYPE" val="a"/>
  <p:tag name="KSO_WM_LAYOUT_CHECK_HASH" val="b50f200d9ba221e65725a01f198240bb8568dd94"/>
  <p:tag name="KSO_WM_NEWLAYOUT_GROUP_ID" val="layout_59"/>
  <p:tag name="KSO_WM_NEWLAYOUT_ID" val="slide_da4e9a48e6f80ee0"/>
</p:tagLst>
</file>

<file path=ppt/tags/tag185.xml><?xml version="1.0" encoding="utf-8"?>
<p:tagLst xmlns:p="http://schemas.openxmlformats.org/presentationml/2006/main">
  <p:tag name="KSO_WM_BEAUTIFY_FLAG" val="#fgm#"/>
  <p:tag name="KSO_WM_FIGMA_FLAG" val="#fgm#"/>
  <p:tag name="KSO_WM_UNIT_INDEX" val="1"/>
  <p:tag name="KSO_WM_UNIT_TYPE" val="d"/>
</p:tagLst>
</file>

<file path=ppt/tags/tag186.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Lst>
</file>

<file path=ppt/tags/tag187.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88.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Lst>
</file>

<file path=ppt/tags/tag190.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191.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9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Lst>
</file>

<file path=ppt/tags/tag19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9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9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199.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7a7b2c61783c5573d972a9cd29a78cf4dc380b29"/>
  <p:tag name="KSO_WM_NEWLAYOUT_GROUP_ID" val="layout_1-5"/>
  <p:tag name="KSO_WM_NEWLAYOUT_ID" val="slide_cea45c27deb23863"/>
</p:tagLst>
</file>

<file path=ppt/tags/tag200.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Lst>
</file>

<file path=ppt/tags/tag201.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Lst>
</file>

<file path=ppt/tags/tag20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03.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Lst>
</file>

<file path=ppt/tags/tag204.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Lst>
</file>

<file path=ppt/tags/tag20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6.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Lst>
</file>

<file path=ppt/tags/tag20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Lst>
</file>

<file path=ppt/tags/tag20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09.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Lst>
</file>

<file path=ppt/tags/tag21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Lst>
</file>

<file path=ppt/tags/tag211.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12.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Lst>
</file>

<file path=ppt/tags/tag21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Lst>
</file>

<file path=ppt/tags/tag214.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Lst>
</file>

<file path=ppt/tags/tag21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1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0.xml><?xml version="1.0" encoding="utf-8"?>
<p:tagLst xmlns:p="http://schemas.openxmlformats.org/presentationml/2006/main">
  <p:tag name="KSO_WM_UNIT_TYPE" val="i"/>
  <p:tag name="KSO_WM_UNIT_INDEX" val="2"/>
  <p:tag name="KSO_WM_BEAUTIFY_FLAG" val="#wm#"/>
  <p:tag name="KSO_WM_TAG_VERSION" val="3.0"/>
  <p:tag name="KSO_WM_UNIT_ID" val="_2*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2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5.xml><?xml version="1.0" encoding="utf-8"?>
<p:tagLst xmlns:p="http://schemas.openxmlformats.org/presentationml/2006/main">
  <p:tag name="KSO_WM_UNIT_TYPE" val="i"/>
  <p:tag name="KSO_WM_UNIT_INDEX" val="2"/>
  <p:tag name="KSO_WM_BEAUTIFY_FLAG" val="#wm#"/>
  <p:tag name="KSO_WM_TAG_VERSION" val="3.0"/>
  <p:tag name="KSO_WM_UNIT_ID" val="_2*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2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3*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28.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3*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2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2.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4*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33.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4*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234.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4*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35.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4*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23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4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2.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7*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4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8*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25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56.xml><?xml version="1.0" encoding="utf-8"?>
<p:tagLst xmlns:p="http://schemas.openxmlformats.org/presentationml/2006/main">
  <p:tag name="KSO_WM_UNIT_TYPE" val="i"/>
  <p:tag name="KSO_WM_UNIT_INDEX" val="1"/>
  <p:tag name="KSO_WM_BEAUTIFY_FLAG" val="#wm#"/>
  <p:tag name="KSO_WM_TAG_VERSION" val="3.0"/>
  <p:tag name="KSO_WM_UNIT_ID" val="_9*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7.xml><?xml version="1.0" encoding="utf-8"?>
<p:tagLst xmlns:p="http://schemas.openxmlformats.org/presentationml/2006/main">
  <p:tag name="KSO_WM_UNIT_TYPE" val="i"/>
  <p:tag name="KSO_WM_UNIT_INDEX" val="2"/>
  <p:tag name="KSO_WM_BEAUTIFY_FLAG" val="#wm#"/>
  <p:tag name="KSO_WM_TAG_VERSION" val="3.0"/>
  <p:tag name="KSO_WM_UNIT_ID" val="_9*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8.xml><?xml version="1.0" encoding="utf-8"?>
<p:tagLst xmlns:p="http://schemas.openxmlformats.org/presentationml/2006/main">
  <p:tag name="KSO_WM_UNIT_TYPE" val="i"/>
  <p:tag name="KSO_WM_UNIT_INDEX" val="3"/>
  <p:tag name="KSO_WM_BEAUTIFY_FLAG" val="#wm#"/>
  <p:tag name="KSO_WM_TAG_VERSION" val="3.0"/>
  <p:tag name="KSO_WM_UNIT_ID" val="_9*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2.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9*f*1"/>
  <p:tag name="KSO_WM_UNIT_LAYERLEVEL" val="1"/>
  <p:tag name="KSO_WM_TAG_VERSION" val="3.0"/>
</p:tagLst>
</file>

<file path=ppt/tags/tag263.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39f7b3867e9be52a6b4e9553bed12544a812376d"/>
  <p:tag name="KSO_WM_NEWLAYOUT_ID" val="1068"/>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9*a*1"/>
  <p:tag name="KSO_WM_UNIT_LAYERLEVEL" val="1"/>
  <p:tag name="KSO_WM_TAG_VERSION" val="3.0"/>
</p:tagLst>
</file>

<file path=ppt/tags/tag264.xml><?xml version="1.0" encoding="utf-8"?>
<p:tagLst xmlns:p="http://schemas.openxmlformats.org/presentationml/2006/main">
  <p:tag name="KSO_WM_UNIT_TYPE" val="f"/>
  <p:tag name="KSO_WM_BEAUTIFY_FLAG" val="#wm#"/>
  <p:tag name="KSO_WM_FIGMA_FLAG" val="#fgm#"/>
  <p:tag name="KSO_WM_UNIT_INDEX" val="2"/>
  <p:tag name="KSO_WM_UNIT_SUBTYPE" val="b"/>
  <p:tag name="KSO_WM_UNIT_TEXT_TYPE" val="1"/>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9*f*2"/>
  <p:tag name="KSO_WM_UNIT_LAYERLEVEL" val="1"/>
  <p:tag name="KSO_WM_TAG_VERSION" val="3.0"/>
</p:tagLst>
</file>

<file path=ppt/tags/tag265.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8.xml><?xml version="1.0" encoding="utf-8"?>
<p:tagLst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9.xml><?xml version="1.0" encoding="utf-8"?>
<p:tagLst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0.xml><?xml version="1.0" encoding="utf-8"?>
<p:tagLst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1.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0*a*1"/>
  <p:tag name="KSO_WM_UNIT_LAYERLEVEL" val="1"/>
  <p:tag name="KSO_WM_TAG_VERSION" val="3.0"/>
</p:tagLst>
</file>

<file path=ppt/tags/tag272.xml><?xml version="1.0" encoding="utf-8"?>
<p:tagLst xmlns:p="http://schemas.openxmlformats.org/presentationml/2006/main">
  <p:tag name="KSO_WM_UNIT_TYPE" val="e"/>
  <p:tag name="KSO_WM_BEAUTIFY_FLAG" val="#wm#"/>
  <p:tag name="KSO_WM_FIGMA_FLAG" val="#fgm#"/>
  <p:tag name="KSO_WM_UNIT_INDEX" val="1"/>
  <p:tag name="KSO_WM_UNIT_PRESET_TEXT_INDEX" val="-1"/>
  <p:tag name="KSO_WM_UNIT_PRESET_TEXT_LEN" val="0"/>
  <p:tag name="KSO_WM_UNIT_NOCLEAR" val="0"/>
  <p:tag name="KSO_WM_UNIT_HIGHLIGHT" val="0"/>
  <p:tag name="KSO_WM_UNIT_COMPATIBLE" val="1"/>
  <p:tag name="KSO_WM_UNIT_DIAGRAM_ISNUMVISUAL" val="0"/>
  <p:tag name="KSO_WM_UNIT_DIAGRAM_ISREFERUNIT" val="0"/>
  <p:tag name="KSO_WM_UNIT_ID" val="_10*e*1"/>
  <p:tag name="KSO_WM_UNIT_LAYERLEVEL" val="1"/>
  <p:tag name="KSO_WM_TAG_VERSION" val="3.0"/>
</p:tagLst>
</file>

<file path=ppt/tags/tag273.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5.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9.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1*b*1"/>
  <p:tag name="KSO_WM_UNIT_LAYERLEVEL" val="1"/>
  <p:tag name="KSO_WM_TAG_VERSION" val="3.0"/>
</p:tagLst>
</file>

<file path=ppt/tags/tag280.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10033dfc7d859309c2eb29d59d4700dab12599d8"/>
  <p:tag name="KSO_WM_NEWLAYOUT_ID" val="1080"/>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1*a*1"/>
  <p:tag name="KSO_WM_UNIT_LAYERLEVEL" val="1"/>
  <p:tag name="KSO_WM_TAG_VERSION" val="3.0"/>
</p:tagLst>
</file>

<file path=ppt/tags/tag281.xml><?xml version="1.0" encoding="utf-8"?>
<p:tagLst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2.xml><?xml version="1.0" encoding="utf-8"?>
<p:tagLst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3.xml><?xml version="1.0" encoding="utf-8"?>
<p:tagLst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4.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b*1"/>
  <p:tag name="KSO_WM_UNIT_LAYERLEVEL" val="1"/>
  <p:tag name="KSO_WM_TAG_VERSION" val="3.0"/>
</p:tagLst>
</file>

<file path=ppt/tags/tag285.xml><?xml version="1.0" encoding="utf-8"?>
<p:tagLst xmlns:p="http://schemas.openxmlformats.org/presentationml/2006/main">
  <p:tag name="KSO_WM_BEAUTIFY_FLAG" val="#wm#"/>
  <p:tag name="KSO_WM_FIGMA_FLAG" val="#fgm#"/>
  <p:tag name="KSO_WM_UNIT_INDEX" val="1"/>
  <p:tag name="KSO_WM_UNIT_TEXT_TYPE" val="1"/>
  <p:tag name="KSO_WM_UNIT_TYPE" val="a"/>
  <p:tag name="KSO_WM_LAYOUT_CHECK_HASH" val="631c15f196f051d14fa4194071ff8ddb1229a901"/>
  <p:tag name="KSO_WM_NEWLAYOUT_ID" val="1"/>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a*1"/>
  <p:tag name="KSO_WM_UNIT_LAYERLEVEL" val="1"/>
  <p:tag name="KSO_WM_TAG_VERSION" val="3.0"/>
</p:tagLst>
</file>

<file path=ppt/tags/tag286.xml><?xml version="1.0" encoding="utf-8"?>
<p:tagLst xmlns:p="http://schemas.openxmlformats.org/presentationml/2006/main">
  <p:tag name="KSO_WM_BEAUTIFY_FLAG" val="#wm#"/>
  <p:tag name="KSO_WM_FIGMA_FLAG" val="#fgm#"/>
  <p:tag name="KSO_WM_UNIT_INDEX" val="1_1_1"/>
  <p:tag name="KSO_WM_UNIT_SUBTYPE" val="d"/>
  <p:tag name="KSO_WM_UNIT_TYPE" val="l_h_i"/>
  <p:tag name="KSO_WM_UNIT_HIGHLIGHT" val="0"/>
  <p:tag name="KSO_WM_UNIT_COMPATIBLE" val="0"/>
  <p:tag name="KSO_WM_UNIT_DIAGRAM_ISNUMVISUAL" val="0"/>
  <p:tag name="KSO_WM_UNIT_DIAGRAM_ISREFERUNIT" val="0"/>
  <p:tag name="KSO_WM_UNIT_ID" val="_12*l_h_i*1_1_1"/>
  <p:tag name="KSO_WM_UNIT_LAYERLEVEL" val="1_1_1"/>
  <p:tag name="KSO_WM_TAG_VERSION" val="3.0"/>
</p:tagLst>
</file>

<file path=ppt/tags/tag287.xml><?xml version="1.0" encoding="utf-8"?>
<p:tagLst xmlns:p="http://schemas.openxmlformats.org/presentationml/2006/main">
  <p:tag name="KSO_WM_FIGMA_DECORATION_INDEX" val="25"/>
  <p:tag name="$PH_EXT" val="2"/>
  <p:tag name="KSO_WM_BEAUTIFY_FLAG" val="#wm#"/>
  <p:tag name="KSO_WM_FIGMA_FLAG" val="#fgm#"/>
  <p:tag name="KSO_WM_UNIT_INDEX" val="1_1_2"/>
  <p:tag name="KSO_WM_UNIT_TYPE" val="l_h_i"/>
  <p:tag name="KSO_WM_UNIT_HIGHLIGHT" val="0"/>
  <p:tag name="KSO_WM_UNIT_COMPATIBLE" val="0"/>
  <p:tag name="KSO_WM_UNIT_DIAGRAM_ISNUMVISUAL" val="0"/>
  <p:tag name="KSO_WM_UNIT_DIAGRAM_ISREFERUNIT" val="0"/>
  <p:tag name="KSO_WM_UNIT_ID" val="_12*l_h_i*1_1_2"/>
  <p:tag name="KSO_WM_UNIT_LAYERLEVEL" val="1_1_1"/>
  <p:tag name="KSO_WM_TAG_VERSION" val="3.0"/>
</p:tagLst>
</file>

<file path=ppt/tags/tag288.xml><?xml version="1.0" encoding="utf-8"?>
<p:tagLst xmlns:p="http://schemas.openxmlformats.org/presentationml/2006/main">
  <p:tag name="KSO_WM_BEAUTIFY_FLAG" val="#wm#"/>
  <p:tag name="KSO_WM_FIGMA_FLAG" val="#fgm#"/>
  <p:tag name="KSO_WM_UNIT_INDEX" val="1_1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1_1"/>
  <p:tag name="KSO_WM_UNIT_LAYERLEVEL" val="1_1_1"/>
  <p:tag name="KSO_WM_TAG_VERSION" val="3.0"/>
</p:tagLst>
</file>

<file path=ppt/tags/tag289.xml><?xml version="1.0" encoding="utf-8"?>
<p:tagLst xmlns:p="http://schemas.openxmlformats.org/presentationml/2006/main">
  <p:tag name="KSO_WM_BEAUTIFY_FLAG" val="#wm#"/>
  <p:tag name="KSO_WM_FIGMA_FLAG" val="#fgm#"/>
  <p:tag name="KSO_WM_UNIT_INDEX" val="1_2_1"/>
  <p:tag name="KSO_WM_UNIT_SUBTYPE" val="d"/>
  <p:tag name="KSO_WM_UNIT_TYPE" val="l_h_i"/>
  <p:tag name="KSO_WM_UNIT_HIGHLIGHT" val="0"/>
  <p:tag name="KSO_WM_UNIT_COMPATIBLE" val="0"/>
  <p:tag name="KSO_WM_UNIT_DIAGRAM_ISNUMVISUAL" val="0"/>
  <p:tag name="KSO_WM_UNIT_DIAGRAM_ISREFERUNIT" val="0"/>
  <p:tag name="KSO_WM_UNIT_ID" val="_12*l_h_i*1_2_1"/>
  <p:tag name="KSO_WM_UNIT_LAYERLEVEL" val="1_1_1"/>
  <p:tag name="KSO_WM_TAG_VERSION" val="3.0"/>
</p:tagLst>
</file>

<file path=ppt/tags/tag290.xml><?xml version="1.0" encoding="utf-8"?>
<p:tagLst xmlns:p="http://schemas.openxmlformats.org/presentationml/2006/main">
  <p:tag name="KSO_WM_FIGMA_DECORATION_INDEX" val="25"/>
  <p:tag name="$PH_EXT" val="2"/>
  <p:tag name="KSO_WM_BEAUTIFY_FLAG" val="#wm#"/>
  <p:tag name="KSO_WM_FIGMA_FLAG" val="#fgm#"/>
  <p:tag name="KSO_WM_UNIT_INDEX" val="1_2_2"/>
  <p:tag name="KSO_WM_UNIT_TYPE" val="l_h_i"/>
  <p:tag name="KSO_WM_UNIT_HIGHLIGHT" val="0"/>
  <p:tag name="KSO_WM_UNIT_COMPATIBLE" val="0"/>
  <p:tag name="KSO_WM_UNIT_DIAGRAM_ISNUMVISUAL" val="0"/>
  <p:tag name="KSO_WM_UNIT_DIAGRAM_ISREFERUNIT" val="0"/>
  <p:tag name="KSO_WM_UNIT_ID" val="_12*l_h_i*1_2_2"/>
  <p:tag name="KSO_WM_UNIT_LAYERLEVEL" val="1_1_1"/>
  <p:tag name="KSO_WM_TAG_VERSION" val="3.0"/>
</p:tagLst>
</file>

<file path=ppt/tags/tag291.xml><?xml version="1.0" encoding="utf-8"?>
<p:tagLst xmlns:p="http://schemas.openxmlformats.org/presentationml/2006/main">
  <p:tag name="KSO_WM_BEAUTIFY_FLAG" val="#wm#"/>
  <p:tag name="KSO_WM_FIGMA_FLAG" val="#fgm#"/>
  <p:tag name="KSO_WM_UNIT_INDEX" val="1_2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2_1"/>
  <p:tag name="KSO_WM_UNIT_LAYERLEVEL" val="1_1_1"/>
  <p:tag name="KSO_WM_TAG_VERSION" val="3.0"/>
</p:tagLst>
</file>

<file path=ppt/tags/tag292.xml><?xml version="1.0" encoding="utf-8"?>
<p:tagLst xmlns:p="http://schemas.openxmlformats.org/presentationml/2006/main">
  <p:tag name="KSO_WM_BEAUTIFY_FLAG" val="#wm#"/>
  <p:tag name="KSO_WM_FIGMA_FLAG" val="#fgm#"/>
  <p:tag name="KSO_WM_UNIT_INDEX" val="1_3_1"/>
  <p:tag name="KSO_WM_UNIT_SUBTYPE" val="d"/>
  <p:tag name="KSO_WM_UNIT_TYPE" val="l_h_i"/>
  <p:tag name="KSO_WM_UNIT_HIGHLIGHT" val="0"/>
  <p:tag name="KSO_WM_UNIT_COMPATIBLE" val="0"/>
  <p:tag name="KSO_WM_UNIT_DIAGRAM_ISNUMVISUAL" val="0"/>
  <p:tag name="KSO_WM_UNIT_DIAGRAM_ISREFERUNIT" val="0"/>
  <p:tag name="KSO_WM_UNIT_ID" val="_12*l_h_i*1_3_1"/>
  <p:tag name="KSO_WM_UNIT_LAYERLEVEL" val="1_1_1"/>
  <p:tag name="KSO_WM_TAG_VERSION" val="3.0"/>
</p:tagLst>
</file>

<file path=ppt/tags/tag293.xml><?xml version="1.0" encoding="utf-8"?>
<p:tagLst xmlns:p="http://schemas.openxmlformats.org/presentationml/2006/main">
  <p:tag name="KSO_WM_FIGMA_DECORATION_INDEX" val="25"/>
  <p:tag name="$PH_EXT" val="2"/>
  <p:tag name="KSO_WM_BEAUTIFY_FLAG" val="#wm#"/>
  <p:tag name="KSO_WM_FIGMA_FLAG" val="#fgm#"/>
  <p:tag name="KSO_WM_UNIT_INDEX" val="1_3_2"/>
  <p:tag name="KSO_WM_UNIT_TYPE" val="l_h_i"/>
  <p:tag name="KSO_WM_UNIT_HIGHLIGHT" val="0"/>
  <p:tag name="KSO_WM_UNIT_COMPATIBLE" val="0"/>
  <p:tag name="KSO_WM_UNIT_DIAGRAM_ISNUMVISUAL" val="0"/>
  <p:tag name="KSO_WM_UNIT_DIAGRAM_ISREFERUNIT" val="0"/>
  <p:tag name="KSO_WM_UNIT_ID" val="_12*l_h_i*1_3_2"/>
  <p:tag name="KSO_WM_UNIT_LAYERLEVEL" val="1_1_1"/>
  <p:tag name="KSO_WM_TAG_VERSION" val="3.0"/>
</p:tagLst>
</file>

<file path=ppt/tags/tag294.xml><?xml version="1.0" encoding="utf-8"?>
<p:tagLst xmlns:p="http://schemas.openxmlformats.org/presentationml/2006/main">
  <p:tag name="KSO_WM_BEAUTIFY_FLAG" val="#wm#"/>
  <p:tag name="KSO_WM_FIGMA_FLAG" val="#fgm#"/>
  <p:tag name="KSO_WM_UNIT_INDEX" val="1_3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3_1"/>
  <p:tag name="KSO_WM_UNIT_LAYERLEVEL" val="1_1_1"/>
  <p:tag name="KSO_WM_TAG_VERSION" val="3.0"/>
</p:tagLst>
</file>

<file path=ppt/tags/tag295.xml><?xml version="1.0" encoding="utf-8"?>
<p:tagLst xmlns:p="http://schemas.openxmlformats.org/presentationml/2006/main">
  <p:tag name="KSO_WM_BEAUTIFY_FLAG" val="#wm#"/>
  <p:tag name="KSO_WM_FIGMA_FLAG" val="#fgm#"/>
  <p:tag name="KSO_WM_UNIT_INDEX" val="1_4_1"/>
  <p:tag name="KSO_WM_UNIT_SUBTYPE" val="d"/>
  <p:tag name="KSO_WM_UNIT_TYPE" val="l_h_i"/>
  <p:tag name="KSO_WM_UNIT_HIGHLIGHT" val="0"/>
  <p:tag name="KSO_WM_UNIT_COMPATIBLE" val="0"/>
  <p:tag name="KSO_WM_UNIT_DIAGRAM_ISNUMVISUAL" val="0"/>
  <p:tag name="KSO_WM_UNIT_DIAGRAM_ISREFERUNIT" val="0"/>
  <p:tag name="KSO_WM_UNIT_ID" val="_12*l_h_i*1_4_1"/>
  <p:tag name="KSO_WM_UNIT_LAYERLEVEL" val="1_1_1"/>
  <p:tag name="KSO_WM_TAG_VERSION" val="3.0"/>
</p:tagLst>
</file>

<file path=ppt/tags/tag296.xml><?xml version="1.0" encoding="utf-8"?>
<p:tagLst xmlns:p="http://schemas.openxmlformats.org/presentationml/2006/main">
  <p:tag name="KSO_WM_FIGMA_DECORATION_INDEX" val="25"/>
  <p:tag name="$PH_EXT" val="2"/>
  <p:tag name="KSO_WM_BEAUTIFY_FLAG" val="#wm#"/>
  <p:tag name="KSO_WM_FIGMA_FLAG" val="#fgm#"/>
  <p:tag name="KSO_WM_UNIT_INDEX" val="1_4_2"/>
  <p:tag name="KSO_WM_UNIT_TYPE" val="l_h_i"/>
  <p:tag name="KSO_WM_UNIT_HIGHLIGHT" val="0"/>
  <p:tag name="KSO_WM_UNIT_COMPATIBLE" val="0"/>
  <p:tag name="KSO_WM_UNIT_DIAGRAM_ISNUMVISUAL" val="0"/>
  <p:tag name="KSO_WM_UNIT_DIAGRAM_ISREFERUNIT" val="0"/>
  <p:tag name="KSO_WM_UNIT_ID" val="_12*l_h_i*1_4_2"/>
  <p:tag name="KSO_WM_UNIT_LAYERLEVEL" val="1_1_1"/>
  <p:tag name="KSO_WM_TAG_VERSION" val="3.0"/>
</p:tagLst>
</file>

<file path=ppt/tags/tag297.xml><?xml version="1.0" encoding="utf-8"?>
<p:tagLst xmlns:p="http://schemas.openxmlformats.org/presentationml/2006/main">
  <p:tag name="KSO_WM_BEAUTIFY_FLAG" val="#wm#"/>
  <p:tag name="KSO_WM_FIGMA_FLAG" val="#fgm#"/>
  <p:tag name="KSO_WM_UNIT_INDEX" val="1_4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4_1"/>
  <p:tag name="KSO_WM_UNIT_LAYERLEVEL" val="1_1_1"/>
  <p:tag name="KSO_WM_TAG_VERSION" val="3.0"/>
</p:tagLst>
</file>

<file path=ppt/tags/tag298.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9.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0.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8726"/>
</p:tagLst>
</file>

<file path=ppt/tags/tag301.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8726"/>
</p:tagLst>
</file>

<file path=ppt/tags/tag30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5.xml><?xml version="1.0" encoding="utf-8"?>
<p:tagLst xmlns:p="http://schemas.openxmlformats.org/presentationml/2006/main">
  <p:tag name="KSO_WM_TEMPLATE_SUBCATEGORY" val="29"/>
  <p:tag name="KSO_WM_BEAUTIFY_FLAG" val="#wm#"/>
  <p:tag name="KSO_WM_TEMPLATE_SLIDE_ID" val="slide_4b787e1769c53a6b"/>
  <p:tag name="KSO_WM_TAG_VERSION" val="3.0"/>
  <p:tag name="KSO_WM_TEMPLATE_MASTER_TYPE" val="0"/>
  <p:tag name="KSO_WM_TEMPLATE_COLOR_TYPE" val="0"/>
  <p:tag name="KSO_WM_TEMPLATE_CATEGORY" val="custom"/>
  <p:tag name="KSO_WM_TEMPLATE_INDEX" val="40498726"/>
</p:tagLst>
</file>

<file path=ppt/tags/tag306.xml><?xml version="1.0" encoding="utf-8"?>
<p:tagLst xmlns:p="http://schemas.openxmlformats.org/presentationml/2006/main">
  <p:tag name="KSO_WM_AITEMPLATE_STYLE_ID" val="69796649258"/>
</p:tagLst>
</file>

<file path=ppt/tags/tag30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0.xml><?xml version="1.0" encoding="utf-8"?>
<p:tagLst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1.xml><?xml version="1.0" encoding="utf-8"?>
<p:tagLst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2.xml><?xml version="1.0" encoding="utf-8"?>
<p:tagLst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3.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0*a*1"/>
  <p:tag name="KSO_WM_UNIT_LAYERLEVEL" val="1"/>
  <p:tag name="KSO_WM_TAG_VERSION" val="3.0"/>
</p:tagLst>
</file>

<file path=ppt/tags/tag314.xml><?xml version="1.0" encoding="utf-8"?>
<p:tagLst xmlns:p="http://schemas.openxmlformats.org/presentationml/2006/main">
  <p:tag name="KSO_WM_UNIT_TYPE" val="e"/>
  <p:tag name="KSO_WM_BEAUTIFY_FLAG" val="#wm#"/>
  <p:tag name="KSO_WM_FIGMA_FLAG" val="#fgm#"/>
  <p:tag name="KSO_WM_UNIT_INDEX" val="1"/>
  <p:tag name="KSO_WM_UNIT_PRESET_TEXT_INDEX" val="-1"/>
  <p:tag name="KSO_WM_UNIT_PRESET_TEXT_LEN" val="0"/>
  <p:tag name="KSO_WM_UNIT_NOCLEAR" val="0"/>
  <p:tag name="KSO_WM_UNIT_HIGHLIGHT" val="0"/>
  <p:tag name="KSO_WM_UNIT_COMPATIBLE" val="1"/>
  <p:tag name="KSO_WM_UNIT_DIAGRAM_ISNUMVISUAL" val="0"/>
  <p:tag name="KSO_WM_UNIT_DIAGRAM_ISREFERUNIT" val="0"/>
  <p:tag name="KSO_WM_UNIT_ID" val="_10*e*1"/>
  <p:tag name="KSO_WM_UNIT_LAYERLEVEL" val="1"/>
  <p:tag name="KSO_WM_TAG_VERSION" val="3.0"/>
</p:tagLst>
</file>

<file path=ppt/tags/tag315.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6.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8726"/>
</p:tagLst>
</file>

<file path=ppt/tags/tag3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8726"/>
</p:tagLst>
</file>

<file path=ppt/tags/tag3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2.xml><?xml version="1.0" encoding="utf-8"?>
<p:tagLst xmlns:p="http://schemas.openxmlformats.org/presentationml/2006/main">
  <p:tag name="KSO_WM_TEMPLATE_SUBCATEGORY" val="29"/>
  <p:tag name="KSO_WM_BEAUTIFY_FLAG" val="#wm#"/>
  <p:tag name="KSO_WM_TEMPLATE_SLIDE_ID" val="slide_4b787e1769c53a6b"/>
  <p:tag name="KSO_WM_TAG_VERSION" val="3.0"/>
  <p:tag name="KSO_WM_TEMPLATE_MASTER_TYPE" val="0"/>
  <p:tag name="KSO_WM_TEMPLATE_COLOR_TYPE" val="0"/>
  <p:tag name="KSO_WM_TEMPLATE_CATEGORY" val="custom"/>
  <p:tag name="KSO_WM_TEMPLATE_INDEX" val="40498726"/>
</p:tagLst>
</file>

<file path=ppt/tags/tag323.xml><?xml version="1.0" encoding="utf-8"?>
<p:tagLst xmlns:p="http://schemas.openxmlformats.org/presentationml/2006/main">
  <p:tag name="KSO_WM_AITEMPLATE_STYLE_ID" val="69796649258"/>
</p:tagLst>
</file>

<file path=ppt/tags/tag324.xml><?xml version="1.0" encoding="utf-8"?>
<p:tagLst xmlns:p="http://schemas.openxmlformats.org/presentationml/2006/main">
  <p:tag name="KSO_WM_BEAUTIFY_FLAG" val="#fgm#"/>
  <p:tag name="KSO_WM_FIGMA_FLAG" val="#fgm#"/>
  <p:tag name="KSO_WM_UNIT_INDEX" val="1"/>
  <p:tag name="KSO_WM_UNIT_TEXT_TYPE" val="1"/>
  <p:tag name="KSO_WM_UNIT_TYPE" val="b"/>
</p:tagLst>
</file>

<file path=ppt/tags/tag325.xml><?xml version="1.0" encoding="utf-8"?>
<p:tagLst xmlns:p="http://schemas.openxmlformats.org/presentationml/2006/main">
  <p:tag name="KSO_WM_BEAUTIFY_FLAG" val="#fgm#"/>
  <p:tag name="KSO_WM_FIGMA_FLAG" val="#fgm#"/>
  <p:tag name="KSO_WM_UNIT_INDEX" val="1"/>
  <p:tag name="KSO_WM_UNIT_TEXT_TYPE" val="1"/>
  <p:tag name="KSO_WM_UNIT_TYPE" val="a"/>
  <p:tag name="KSO_WM_LAYOUT_CHECK_HASH" val="7a7b2c61783c5573d972a9cd29a78cf4dc380b29"/>
  <p:tag name="KSO_WM_NEWLAYOUT_GROUP_ID" val="layout_1-5"/>
  <p:tag name="KSO_WM_NEWLAYOUT_ID" val="slide_cea45c27deb23863"/>
</p:tagLst>
</file>

<file path=ppt/tags/tag326.xml><?xml version="1.0" encoding="utf-8"?>
<p:tagLst xmlns:p="http://schemas.openxmlformats.org/presentationml/2006/main">
  <p:tag name="KSO_WM_BEAUTIFY_FLAG" val="#fgm#"/>
  <p:tag name="KSO_WM_DIAGRAM_GROUP_CODE" val="1"/>
  <p:tag name="KSO_WM_FIGMA_FLAG" val="#fgm#"/>
  <p:tag name="KSO_WM_UNIT_INDEX" val="1_1_1"/>
  <p:tag name="KSO_WM_UNIT_SUBTYPE" val="d"/>
  <p:tag name="KSO_WM_UNIT_TYPE" val="l_h_i"/>
  <p:tag name="KSO_WM_UNIT_PRESET_TEXT" val="01"/>
  <p:tag name="KSO_WM_SLIDE_FIGMA_DIAGRAM" val="1"/>
</p:tagLst>
</file>

<file path=ppt/tags/tag327.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1_2"/>
  <p:tag name="KSO_WM_UNIT_TYPE" val="l_h_i"/>
  <p:tag name="KSO_WM_UNIT_PRESET_TEXT" val=" "/>
  <p:tag name="KSO_WM_SLIDE_FIGMA_DIAGRAM" val="1"/>
</p:tagLst>
</file>

<file path=ppt/tags/tag328.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 name="KSO_WM_SLIDE_FIGMA_DIAGRAM" val="1"/>
</p:tagLst>
</file>

<file path=ppt/tags/tag329.xml><?xml version="1.0" encoding="utf-8"?>
<p:tagLst xmlns:p="http://schemas.openxmlformats.org/presentationml/2006/main">
  <p:tag name="KSO_WM_BEAUTIFY_FLAG" val="#fgm#"/>
  <p:tag name="KSO_WM_DIAGRAM_GROUP_CODE" val="1"/>
  <p:tag name="KSO_WM_FIGMA_FLAG" val="#fgm#"/>
  <p:tag name="KSO_WM_UNIT_INDEX" val="1_2_1"/>
  <p:tag name="KSO_WM_UNIT_SUBTYPE" val="d"/>
  <p:tag name="KSO_WM_UNIT_TYPE" val="l_h_i"/>
  <p:tag name="KSO_WM_UNIT_PRESET_TEXT" val="02"/>
  <p:tag name="KSO_WM_SLIDE_FIGMA_DIAGRAM" val="1"/>
</p:tagLst>
</file>

<file path=ppt/tags/tag330.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2_2"/>
  <p:tag name="KSO_WM_UNIT_TYPE" val="l_h_i"/>
  <p:tag name="KSO_WM_UNIT_PRESET_TEXT" val=" "/>
  <p:tag name="KSO_WM_SLIDE_FIGMA_DIAGRAM" val="1"/>
</p:tagLst>
</file>

<file path=ppt/tags/tag331.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 name="KSO_WM_SLIDE_FIGMA_DIAGRAM" val="1"/>
</p:tagLst>
</file>

<file path=ppt/tags/tag332.xml><?xml version="1.0" encoding="utf-8"?>
<p:tagLst xmlns:p="http://schemas.openxmlformats.org/presentationml/2006/main">
  <p:tag name="KSO_WM_BEAUTIFY_FLAG" val="#fgm#"/>
  <p:tag name="KSO_WM_DIAGRAM_GROUP_CODE" val="1"/>
  <p:tag name="KSO_WM_FIGMA_FLAG" val="#fgm#"/>
  <p:tag name="KSO_WM_UNIT_INDEX" val="1_3_1"/>
  <p:tag name="KSO_WM_UNIT_SUBTYPE" val="d"/>
  <p:tag name="KSO_WM_UNIT_TYPE" val="l_h_i"/>
  <p:tag name="KSO_WM_UNIT_PRESET_TEXT" val="03"/>
  <p:tag name="KSO_WM_SLIDE_FIGMA_DIAGRAM" val="1"/>
</p:tagLst>
</file>

<file path=ppt/tags/tag333.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3_2"/>
  <p:tag name="KSO_WM_UNIT_TYPE" val="l_h_i"/>
  <p:tag name="KSO_WM_UNIT_PRESET_TEXT" val=" "/>
  <p:tag name="KSO_WM_SLIDE_FIGMA_DIAGRAM" val="1"/>
</p:tagLst>
</file>

<file path=ppt/tags/tag334.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 name="KSO_WM_SLIDE_FIGMA_DIAGRAM" val="1"/>
</p:tagLst>
</file>

<file path=ppt/tags/tag335.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336.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4_2"/>
  <p:tag name="KSO_WM_UNIT_TYPE" val="l_h_i"/>
  <p:tag name="KSO_WM_UNIT_PRESET_TEXT" val=" "/>
  <p:tag name="KSO_WM_SLIDE_FIGMA_DIAGRAM" val="1"/>
</p:tagLst>
</file>

<file path=ppt/tags/tag337.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 name="KSO_WM_SLIDE_FIGMA_DIAGRAM" val="1"/>
</p:tagLst>
</file>

<file path=ppt/tags/tag338.xml><?xml version="1.0" encoding="utf-8"?>
<p:tagLst xmlns:p="http://schemas.openxmlformats.org/presentationml/2006/main">
  <p:tag name="KSO_WM_BEAUTIFY_FLAG" val="#fgm#"/>
  <p:tag name="KSO_WM_DIAGRAM_GROUP_CODE" val="1"/>
  <p:tag name="KSO_WM_FIGMA_FLAG" val="#fgm#"/>
  <p:tag name="KSO_WM_UNIT_INDEX" val="1_5_1"/>
  <p:tag name="KSO_WM_UNIT_SUBTYPE" val="d"/>
  <p:tag name="KSO_WM_UNIT_TYPE" val="l_h_i"/>
  <p:tag name="KSO_WM_UNIT_PRESET_TEXT" val="05"/>
  <p:tag name="KSO_WM_SLIDE_FIGMA_DIAGRAM" val="1"/>
</p:tagLst>
</file>

<file path=ppt/tags/tag339.xml><?xml version="1.0" encoding="utf-8"?>
<p:tagLst xmlns:p="http://schemas.openxmlformats.org/presentationml/2006/main">
  <p:tag name="KSO_WM_FIGMA_DECORATION_INDEX" val="25"/>
  <p:tag name="$PH_EXT" val="2"/>
  <p:tag name="KSO_WM_BEAUTIFY_FLAG" val="#fgm#"/>
  <p:tag name="KSO_WM_DIAGRAM_GROUP_CODE" val="1"/>
  <p:tag name="KSO_WM_FIGMA_FLAG" val="#fgm#"/>
  <p:tag name="KSO_WM_SYNC_SLIDE_TEXT" val="1"/>
  <p:tag name="KSO_WM_UNIT_INDEX" val="1_5_2"/>
  <p:tag name="KSO_WM_UNIT_TYPE" val="l_h_i"/>
  <p:tag name="KSO_WM_UNIT_PRESET_TEXT" val=" "/>
  <p:tag name="KSO_WM_SLIDE_FIGMA_DIAGRAM" val="1"/>
</p:tagLst>
</file>

<file path=ppt/tags/tag340.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单击此处添加项标题"/>
  <p:tag name="KSO_WM_SLIDE_FIGMA_DIAGRAM" val="1"/>
</p:tagLst>
</file>

<file path=ppt/tags/tag341.xml><?xml version="1.0" encoding="utf-8"?>
<p:tagLst xmlns:p="http://schemas.openxmlformats.org/presentationml/2006/main">
  <p:tag name="KSO_WM_BEAUTIFY_FLAG" val="#fgm#"/>
  <p:tag name="KSO_WM_DIAGRAM_GROUP_CODE" val="1"/>
  <p:tag name="KSO_WM_FIGMA_FLAG" val="#fgm#"/>
  <p:tag name="KSO_WM_UNIT_INDEX" val="1_4_1"/>
  <p:tag name="KSO_WM_UNIT_SUBTYPE" val="d"/>
  <p:tag name="KSO_WM_UNIT_TYPE" val="l_h_i"/>
  <p:tag name="KSO_WM_UNIT_PRESET_TEXT" val="04"/>
  <p:tag name="KSO_WM_SLIDE_FIGMA_DIAGRAM" val="1"/>
</p:tagLst>
</file>

<file path=ppt/tags/tag342.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单击此处添加项标题"/>
  <p:tag name="KSO_WM_SLIDE_FIGMA_DIAGRAM" val="1"/>
</p:tagLst>
</file>

<file path=ppt/tags/tag343.xml><?xml version="1.0" encoding="utf-8"?>
<p:tagLst xmlns:p="http://schemas.openxmlformats.org/presentationml/2006/main">
  <p:tag name="KSO_WM_SLIDE_CONTENT_ORIENTATION" val=""/>
  <p:tag name="KSO_WM_SLIDE_HAS_MASK" val="0"/>
  <p:tag name="KSO_WM_SLIDE_ITEM_CNT" val="5"/>
  <p:tag name="KSO_WM_SLIDE_TYPE" val="contents"/>
  <p:tag name="KSO_WM_TEMPLATE_SUBCATEGORY" val="29"/>
  <p:tag name="KSO_WM_BEAUTIFY_FLAG" val="#wm#"/>
  <p:tag name="KSO_WM_TEMPLATE_FIGMA_ID" val="69796649258"/>
  <p:tag name="KSO_WM_TEMPLATE_SLIDE_ID" val="slide_cea45c27deb23863"/>
</p:tagLst>
</file>

<file path=ppt/tags/tag344.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8726_3*a*1"/>
  <p:tag name="KSO_WM_TEMPLATE_CATEGORY" val="custom"/>
  <p:tag name="KSO_WM_TEMPLATE_INDEX" val="40498726"/>
  <p:tag name="KSO_WM_UNIT_LAYERLEVEL" val="1"/>
  <p:tag name="KSO_WM_TAG_VERSION" val="3.0"/>
</p:tagLst>
</file>

<file path=ppt/tags/tag345.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8726_3*e*1"/>
  <p:tag name="KSO_WM_TEMPLATE_CATEGORY" val="custom"/>
  <p:tag name="KSO_WM_TEMPLATE_INDEX" val="40498726"/>
  <p:tag name="KSO_WM_UNIT_LAYERLEVEL" val="1"/>
  <p:tag name="KSO_WM_TAG_VERSION" val="3.0"/>
</p:tagLst>
</file>

<file path=ppt/tags/tag346.xml><?xml version="1.0" encoding="utf-8"?>
<p:tagLst xmlns:p="http://schemas.openxmlformats.org/presentationml/2006/main">
  <p:tag name="KSO_WM_SLIDE_CONTENT_ORIENTATION" val="left"/>
  <p:tag name="KSO_WM_SLIDE_HAS_MASK" val="0"/>
  <p:tag name="KSO_WM_SLIDE_ITEM_CNT" val="0"/>
  <p:tag name="KSO_WM_SLIDE_TYPE" val="sectionTitle"/>
  <p:tag name="KSO_WM_TEMPLATE_SUBCATEGORY" val="29"/>
  <p:tag name="KSO_WM_BEAUTIFY_FLAG" val="#wm#"/>
  <p:tag name="KSO_WM_TEMPLATE_SLIDE_ID" val="slide_0e3ab8503af4c08e"/>
  <p:tag name="KSO_WM_TAG_VERSION" val="3.0"/>
  <p:tag name="KSO_WM_SLIDE_ID" val="custom40498726_3"/>
  <p:tag name="KSO_WM_TEMPLATE_MASTER_TYPE" val="0"/>
  <p:tag name="KSO_WM_TEMPLATE_COLOR_TYPE" val="0"/>
  <p:tag name="KSO_WM_SLIDE_INDEX" val="3"/>
  <p:tag name="KSO_WM_TEMPLATE_CATEGORY" val="custom"/>
  <p:tag name="KSO_WM_TEMPLATE_INDEX" val="40498726"/>
  <p:tag name="KSO_WM_SLIDE_LAYOUT" val="a_e"/>
  <p:tag name="KSO_WM_SLIDE_LAYOUT_CNT" val="1_1"/>
</p:tagLst>
</file>

<file path=ppt/tags/tag347.xml><?xml version="1.0" encoding="utf-8"?>
<p:tagLst xmlns:p="http://schemas.openxmlformats.org/presentationml/2006/main">
  <p:tag name="KSO_WM_BEAUTIFY_FLAG" val="#fgm#"/>
  <p:tag name="KSO_WM_FIGMA_FLAG" val="#fgm#"/>
  <p:tag name="KSO_WM_UNIT_INDEX" val="1"/>
  <p:tag name="KSO_WM_UNIT_TYPE" val="a"/>
  <p:tag name="KSO_WM_LAYOUT_CHECK_HASH" val="b50f200d9ba221e65725a01f198240bb8568dd94"/>
  <p:tag name="KSO_WM_NEWLAYOUT_GROUP_ID" val="layout_59"/>
  <p:tag name="KSO_WM_NEWLAYOUT_ID" val="slide_da4e9a48e6f80ee0"/>
  <p:tag name="KSO_WM_UNIT_PRESET_TEXT" val="单击此处添加标题"/>
</p:tagLst>
</file>

<file path=ppt/tags/tag348.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34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5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5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35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5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5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35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35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57.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da4e9a48e6f80ee0"/>
</p:tagLst>
</file>

<file path=ppt/tags/tag358.xml><?xml version="1.0" encoding="utf-8"?>
<p:tagLst xmlns:p="http://schemas.openxmlformats.org/presentationml/2006/main">
  <p:tag name="KSO_WM_BEAUTIFY_FLAG" val="#fgm#"/>
  <p:tag name="KSO_WM_FIGMA_FLAG" val="#fgm#"/>
  <p:tag name="KSO_WM_UNIT_INDEX" val="1"/>
  <p:tag name="KSO_WM_UNIT_TYPE" val="a"/>
  <p:tag name="KSO_WM_LAYOUT_CHECK_HASH" val="1ff667eb9dbe205390b0a6052e105c2bbdd7e9ef"/>
  <p:tag name="KSO_WM_NEWLAYOUT_GROUP_ID" val="layout_35"/>
  <p:tag name="KSO_WM_NEWLAYOUT_ID" val="slide_eebcb85bcbb747d8"/>
  <p:tag name="KSO_WM_UNIT_PRESET_TEXT" val="单击此处添加标题"/>
</p:tagLst>
</file>

<file path=ppt/tags/tag359.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36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6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62.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36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36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65.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36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36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68.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 name="KSO_WM_UNIT_PRESET_TEXT" val="04"/>
</p:tagLst>
</file>

<file path=ppt/tags/tag369.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单击此处添加项标题"/>
</p:tagLst>
</file>

<file path=ppt/tags/tag370.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371.xml><?xml version="1.0" encoding="utf-8"?>
<p:tagLst xmlns:p="http://schemas.openxmlformats.org/presentationml/2006/main">
  <p:tag name="KSO_WM_BEAUTIFY_FLAG" val="#fgm#"/>
  <p:tag name="KSO_WM_DIAGRAM_GROUP_CODE" val="1"/>
  <p:tag name="KSO_WM_FIGMA_FLAG" val="#fgm#"/>
  <p:tag name="KSO_WM_UNIT_INDEX" val="1_5_2"/>
  <p:tag name="KSO_WM_UNIT_SUBTYPE" val="d"/>
  <p:tag name="KSO_WM_UNIT_TYPE" val="l_h_i"/>
  <p:tag name="KSO_WM_UNIT_PRESET_TEXT" val="05"/>
</p:tagLst>
</file>

<file path=ppt/tags/tag372.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单击此处添加项标题"/>
</p:tagLst>
</file>

<file path=ppt/tags/tag373.xml><?xml version="1.0" encoding="utf-8"?>
<p:tagLst xmlns:p="http://schemas.openxmlformats.org/presentationml/2006/main">
  <p:tag name="KSO_WM_BEAUTIFY_FLAG" val="#fgm#"/>
  <p:tag name="KSO_WM_DIAGRAM_GROUP_CODE" val="1"/>
  <p:tag name="KSO_WM_FIGMA_FLAG" val="#fgm#"/>
  <p:tag name="KSO_WM_UNIT_INDEX" val="1_5_1"/>
  <p:tag name="KSO_WM_UNIT_TYPE" val="l_h_f"/>
  <p:tag name="KSO_WM_UNIT_PRESET_TEXT" val="单击此处添加项正文"/>
</p:tagLst>
</file>

<file path=ppt/tags/tag374.xml><?xml version="1.0" encoding="utf-8"?>
<p:tagLst xmlns:p="http://schemas.openxmlformats.org/presentationml/2006/main">
  <p:tag name="KSO_WM_SLIDE_CONTENT_ORIENTATION" val=""/>
  <p:tag name="KSO_WM_SLIDE_HAS_MASK" val="0"/>
  <p:tag name="KSO_WM_SLIDE_ITEM_CNT" val="5"/>
  <p:tag name="KSO_WM_SLIDE_TYPE" val="text"/>
  <p:tag name="KSO_WM_TEMPLATE_SUBCATEGORY" val="29"/>
  <p:tag name="KSO_WM_BEAUTIFY_FLAG" val="#wm#"/>
  <p:tag name="KSO_WM_TEMPLATE_FIGMA_ID" val="69796649258"/>
  <p:tag name="KSO_WM_TEMPLATE_SLIDE_ID" val="slide_eebcb85bcbb747d8"/>
</p:tagLst>
</file>

<file path=ppt/tags/tag375.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8726_3*a*1"/>
  <p:tag name="KSO_WM_TEMPLATE_CATEGORY" val="custom"/>
  <p:tag name="KSO_WM_TEMPLATE_INDEX" val="40498726"/>
  <p:tag name="KSO_WM_UNIT_LAYERLEVEL" val="1"/>
  <p:tag name="KSO_WM_TAG_VERSION" val="3.0"/>
</p:tagLst>
</file>

<file path=ppt/tags/tag376.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8726_3*e*1"/>
  <p:tag name="KSO_WM_TEMPLATE_CATEGORY" val="custom"/>
  <p:tag name="KSO_WM_TEMPLATE_INDEX" val="40498726"/>
  <p:tag name="KSO_WM_UNIT_LAYERLEVEL" val="1"/>
  <p:tag name="KSO_WM_TAG_VERSION" val="3.0"/>
</p:tagLst>
</file>

<file path=ppt/tags/tag377.xml><?xml version="1.0" encoding="utf-8"?>
<p:tagLst xmlns:p="http://schemas.openxmlformats.org/presentationml/2006/main">
  <p:tag name="KSO_WM_SLIDE_CONTENT_ORIENTATION" val="left"/>
  <p:tag name="KSO_WM_SLIDE_HAS_MASK" val="0"/>
  <p:tag name="KSO_WM_SLIDE_ITEM_CNT" val="0"/>
  <p:tag name="KSO_WM_SLIDE_TYPE" val="sectionTitle"/>
  <p:tag name="KSO_WM_TEMPLATE_SUBCATEGORY" val="29"/>
  <p:tag name="KSO_WM_BEAUTIFY_FLAG" val="#wm#"/>
  <p:tag name="KSO_WM_TEMPLATE_SLIDE_ID" val="slide_0e3ab8503af4c08e"/>
  <p:tag name="KSO_WM_TAG_VERSION" val="3.0"/>
  <p:tag name="KSO_WM_SLIDE_ID" val="custom40498726_3"/>
  <p:tag name="KSO_WM_TEMPLATE_MASTER_TYPE" val="0"/>
  <p:tag name="KSO_WM_TEMPLATE_COLOR_TYPE" val="0"/>
  <p:tag name="KSO_WM_SLIDE_INDEX" val="3"/>
  <p:tag name="KSO_WM_TEMPLATE_CATEGORY" val="custom"/>
  <p:tag name="KSO_WM_TEMPLATE_INDEX" val="40498726"/>
  <p:tag name="KSO_WM_SLIDE_LAYOUT" val="a_e"/>
  <p:tag name="KSO_WM_SLIDE_LAYOUT_CNT" val="1_1"/>
</p:tagLst>
</file>

<file path=ppt/tags/tag378.xml><?xml version="1.0" encoding="utf-8"?>
<p:tagLst xmlns:p="http://schemas.openxmlformats.org/presentationml/2006/main">
  <p:tag name="KSO_WM_BEAUTIFY_FLAG" val="#fgm#"/>
  <p:tag name="KSO_WM_FIGMA_FLAG" val="#fgm#"/>
  <p:tag name="KSO_WM_UNIT_INDEX" val="1"/>
  <p:tag name="KSO_WM_UNIT_TYPE" val="a"/>
  <p:tag name="KSO_WM_LAYOUT_CHECK_HASH" val="7e1faf26d694863767c26d920b8c8eae2780b281"/>
  <p:tag name="KSO_WM_NEWLAYOUT_GROUP_ID" val="layout_26"/>
  <p:tag name="KSO_WM_NEWLAYOUT_ID" val="slide_33b65c8d547e38d4"/>
  <p:tag name="KSO_WM_UNIT_PRESET_TEXT" val="单击此处添加标题"/>
</p:tagLst>
</file>

<file path=ppt/tags/tag379.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380.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381.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38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8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 name="KSO_WM_UNIT_PRESET_TEXT" val=" "/>
</p:tagLst>
</file>

<file path=ppt/tags/tag384.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38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38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387.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 name="KSO_WM_UNIT_PRESET_TEXT" val=" "/>
</p:tagLst>
</file>

<file path=ppt/tags/tag388.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38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39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391.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33b65c8d547e38d4"/>
</p:tagLst>
</file>

<file path=ppt/tags/tag392.xml><?xml version="1.0" encoding="utf-8"?>
<p:tagLst xmlns:p="http://schemas.openxmlformats.org/presentationml/2006/main">
  <p:tag name="KSO_WM_BEAUTIFY_FLAG" val="#fgm#"/>
  <p:tag name="KSO_WM_FIGMA_FLAG" val="#fgm#"/>
  <p:tag name="KSO_WM_UNIT_INDEX" val="1"/>
  <p:tag name="KSO_WM_UNIT_TYPE" val="a"/>
  <p:tag name="KSO_WM_LAYOUT_CHECK_HASH" val="0731b4eadbb151f5709fc86b80f36912d24757af"/>
  <p:tag name="KSO_WM_NEWLAYOUT_GROUP_ID" val="layout_2"/>
  <p:tag name="KSO_WM_NEWLAYOUT_ID" val="slide_575721c834a94fa4"/>
  <p:tag name="KSO_WM_UNIT_PRESET_TEXT" val="单击此处添加标题"/>
</p:tagLst>
</file>

<file path=ppt/tags/tag393.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 name="KSO_WM_UNIT_PRESET_TEXT" val=" "/>
</p:tagLst>
</file>

<file path=ppt/tags/tag394.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 name="MH_PIC_SOURCE_TYPE" val="generate_slide_ai*{&quot;id&quot;:&quot;VCG41N1437719088&quot;,&quot;product_name&quot;:&quot;wps-wpp-pc&quot;,&quot;intention_code&quot;:&quot;wps_wpp_generate_theme_pay&quot;}*auto_gallery_3.0.2_prod*1765847709658_c97f1d_28a92cf46332-slide-7"/>
</p:tagLst>
</file>

<file path=ppt/tags/tag39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39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397.xml><?xml version="1.0" encoding="utf-8"?>
<p:tagLst xmlns:p="http://schemas.openxmlformats.org/presentationml/2006/main">
  <p:tag name="KSO_WM_FIGMA_DECORATION_INDEX" val="17"/>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39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 name="MH_PIC_SOURCE_TYPE" val="generate_slide_ai*{&quot;id&quot;:&quot;VCG41N1174640000&quot;,&quot;product_name&quot;:&quot;wps-wpp-pc&quot;,&quot;intention_code&quot;:&quot;wps_wpp_generate_theme_pay&quot;}*auto_gallery_3.0.2_prod*1765847709658_c97f1d_28a92cf46332-slide-7"/>
</p:tagLst>
</file>

<file path=ppt/tags/tag39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0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01.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9258"/>
  <p:tag name="KSO_WM_TEMPLATE_SLIDE_ID" val="slide_575721c834a94fa4"/>
</p:tagLst>
</file>

<file path=ppt/tags/tag402.xml><?xml version="1.0" encoding="utf-8"?>
<p:tagLst xmlns:p="http://schemas.openxmlformats.org/presentationml/2006/main">
  <p:tag name="KSO_WM_BEAUTIFY_FLAG" val="#fgm#"/>
  <p:tag name="KSO_WM_FIGMA_FLAG" val="#fgm#"/>
  <p:tag name="KSO_WM_UNIT_INDEX" val="1"/>
  <p:tag name="KSO_WM_UNIT_TYPE" val="a"/>
  <p:tag name="KSO_WM_LAYOUT_CHECK_HASH" val="3b3137cc2fa8750cb5677b5c629e6ddcb6ae8815"/>
  <p:tag name="KSO_WM_NEWLAYOUT_GROUP_ID" val="layout_49"/>
  <p:tag name="KSO_WM_NEWLAYOUT_ID" val="slide_c2bbdeee6f9d8775"/>
  <p:tag name="KSO_WM_UNIT_PRESET_TEXT" val="单击此处添加标题"/>
</p:tagLst>
</file>

<file path=ppt/tags/tag403.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04.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40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0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07.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08.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40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1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11.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12.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413.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14.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15.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c2bbdeee6f9d8775"/>
</p:tagLst>
</file>

<file path=ppt/tags/tag416.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4*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417.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4*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418.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4*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419.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4*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420.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8726_3*a*1"/>
  <p:tag name="KSO_WM_TEMPLATE_CATEGORY" val="custom"/>
  <p:tag name="KSO_WM_TEMPLATE_INDEX" val="40498726"/>
  <p:tag name="KSO_WM_UNIT_LAYERLEVEL" val="1"/>
  <p:tag name="KSO_WM_TAG_VERSION" val="3.0"/>
</p:tagLst>
</file>

<file path=ppt/tags/tag421.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8726_3*e*1"/>
  <p:tag name="KSO_WM_TEMPLATE_CATEGORY" val="custom"/>
  <p:tag name="KSO_WM_TEMPLATE_INDEX" val="40498726"/>
  <p:tag name="KSO_WM_UNIT_LAYERLEVEL" val="1"/>
  <p:tag name="KSO_WM_TAG_VERSION" val="3.0"/>
</p:tagLst>
</file>

<file path=ppt/tags/tag422.xml><?xml version="1.0" encoding="utf-8"?>
<p:tagLst xmlns:p="http://schemas.openxmlformats.org/presentationml/2006/main">
  <p:tag name="KSO_WM_SLIDE_CONTENT_ORIENTATION" val="left"/>
  <p:tag name="KSO_WM_SLIDE_HAS_MASK" val="0"/>
  <p:tag name="KSO_WM_SLIDE_ITEM_CNT" val="0"/>
  <p:tag name="KSO_WM_SLIDE_TYPE" val="sectionTitle"/>
  <p:tag name="KSO_WM_TEMPLATE_SUBCATEGORY" val="29"/>
  <p:tag name="KSO_WM_BEAUTIFY_FLAG" val="#wm#"/>
  <p:tag name="KSO_WM_TEMPLATE_SLIDE_ID" val="slide_0e3ab8503af4c08e"/>
  <p:tag name="KSO_WM_TAG_VERSION" val="3.0"/>
  <p:tag name="KSO_WM_SLIDE_ID" val="custom40498726_3"/>
  <p:tag name="KSO_WM_TEMPLATE_MASTER_TYPE" val="0"/>
  <p:tag name="KSO_WM_TEMPLATE_COLOR_TYPE" val="0"/>
  <p:tag name="KSO_WM_SLIDE_INDEX" val="3"/>
  <p:tag name="KSO_WM_TEMPLATE_CATEGORY" val="custom"/>
  <p:tag name="KSO_WM_TEMPLATE_INDEX" val="40498726"/>
  <p:tag name="KSO_WM_SLIDE_LAYOUT" val="a_e"/>
  <p:tag name="KSO_WM_SLIDE_LAYOUT_CNT" val="1_1"/>
</p:tagLst>
</file>

<file path=ppt/tags/tag423.xml><?xml version="1.0" encoding="utf-8"?>
<p:tagLst xmlns:p="http://schemas.openxmlformats.org/presentationml/2006/main">
  <p:tag name="KSO_WM_BEAUTIFY_FLAG" val="#fgm#"/>
  <p:tag name="KSO_WM_FIGMA_FLAG" val="#fgm#"/>
  <p:tag name="KSO_WM_UNIT_INDEX" val="1"/>
  <p:tag name="KSO_WM_UNIT_TYPE" val="a"/>
  <p:tag name="KSO_WM_LAYOUT_CHECK_HASH" val="abc52e469e3d15ddc4fa1d2a0eb81fe128f1f239"/>
  <p:tag name="KSO_WM_NEWLAYOUT_GROUP_ID" val="layout_14"/>
  <p:tag name="KSO_WM_NEWLAYOUT_ID" val="slide_fbd1737be693ef9a"/>
  <p:tag name="KSO_WM_UNIT_PRESET_TEXT" val="单击此处添加标题"/>
</p:tagLst>
</file>

<file path=ppt/tags/tag424.xml><?xml version="1.0" encoding="utf-8"?>
<p:tagLst xmlns:p="http://schemas.openxmlformats.org/presentationml/2006/main">
  <p:tag name="KSO_WM_FIGMA_DECORATION_INDEX" val="18_contentModel"/>
  <p:tag name="$PH_EXT" val="2"/>
  <p:tag name="KSO_WM_BEAUTIFY_FLAG" val="#fgm#"/>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
  <p:tag name="KSO_WM_UNIT_TYPE" val="l_i"/>
  <p:tag name="KSO_WM_UNIT_PRESET_TEXT" val=" "/>
</p:tagLst>
</file>

<file path=ppt/tags/tag425.xml><?xml version="1.0" encoding="utf-8"?>
<p:tagLst xmlns:p="http://schemas.openxmlformats.org/presentationml/2006/main">
  <p:tag name="KSO_WM_BEAUTIFY_FLAG" val="#fgm#"/>
  <p:tag name="KSO_WM_FIGMA_FLAG" val="#fgm#"/>
  <p:tag name="KSO_WM_UNIT_INDEX" val="1"/>
  <p:tag name="KSO_WM_UNIT_TYPE" val="f"/>
  <p:tag name="KSO_WM_UNIT_PRESET_TEXT" val="单击此处添加正文"/>
</p:tagLst>
</file>

<file path=ppt/tags/tag426.xml><?xml version="1.0" encoding="utf-8"?>
<p:tagLst xmlns:p="http://schemas.openxmlformats.org/presentationml/2006/main">
  <p:tag name="KSO_WM_SLIDE_CONTENT_ORIENTATION" val=""/>
  <p:tag name="KSO_WM_SLIDE_HAS_MASK" val="0"/>
  <p:tag name="KSO_WM_SLIDE_ITEM_CNT" val="1"/>
  <p:tag name="KSO_WM_SLIDE_TYPE" val="text"/>
  <p:tag name="KSO_WM_TEMPLATE_SUBCATEGORY" val="29"/>
  <p:tag name="KSO_WM_BEAUTIFY_FLAG" val="#wm#"/>
  <p:tag name="KSO_WM_TEMPLATE_FIGMA_ID" val="69796649258"/>
  <p:tag name="KSO_WM_TEMPLATE_SLIDE_ID" val="slide_fbd1737be693ef9a"/>
</p:tagLst>
</file>

<file path=ppt/tags/tag427.xml><?xml version="1.0" encoding="utf-8"?>
<p:tagLst xmlns:p="http://schemas.openxmlformats.org/presentationml/2006/main">
  <p:tag name="KSO_WM_BEAUTIFY_FLAG" val="#fgm#"/>
  <p:tag name="KSO_WM_FIGMA_FLAG" val="#fgm#"/>
  <p:tag name="KSO_WM_UNIT_INDEX" val="1"/>
  <p:tag name="KSO_WM_UNIT_TYPE" val="a"/>
  <p:tag name="KSO_WM_LAYOUT_CHECK_HASH" val="9c33e385b3c9683c63eedc1c4285c3a125d3f544"/>
  <p:tag name="KSO_WM_NEWLAYOUT_GROUP_ID" val="layout_6"/>
  <p:tag name="KSO_WM_NEWLAYOUT_ID" val="slide_a9b8dd85d7f4ac41"/>
  <p:tag name="KSO_WM_UNIT_PRESET_TEXT" val="单击此处添加标题"/>
</p:tagLst>
</file>

<file path=ppt/tags/tag428.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http://zh-ai-group.ks3-cn-beijing-internal.ksyun.com/image_generate/image_process/production/202512/3b614ded-958f-4bd0-830e-4bedac059e8c.jpg?Expires=1797383714\u0026AWSAccessKeyId=AKLT9NSy7kh8TIS1UzNqLRY2\u0026Signature=FSEJrEPOhop9axcjqPBTDNE0UO4%3D&quot;,&quot;product_name&quot;:&quot;wps-wpp-pc&quot;,&quot;intention_code&quot;:&quot;wps_wpp_generate_theme_pay&quot;}*auto_qingqiu_3.0.2_prod*1765847709658_c97f1d_28a92cf46332-slide-11"/>
</p:tagLst>
</file>

<file path=ppt/tags/tag429.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3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3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32.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33.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3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35.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36.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37.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38.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a9b8dd85d7f4ac41"/>
</p:tagLst>
</file>

<file path=ppt/tags/tag439.xml><?xml version="1.0" encoding="utf-8"?>
<p:tagLst xmlns:p="http://schemas.openxmlformats.org/presentationml/2006/main">
  <p:tag name="KSO_WM_BEAUTIFY_FLAG" val="#fgm#"/>
  <p:tag name="KSO_WM_FIGMA_FLAG" val="#fgm#"/>
  <p:tag name="KSO_WM_UNIT_INDEX" val="1"/>
  <p:tag name="KSO_WM_UNIT_TYPE" val="a"/>
  <p:tag name="KSO_WM_LAYOUT_CHECK_HASH" val="772198310f675011ee97dce279d55eb50d709178"/>
  <p:tag name="KSO_WM_NEWLAYOUT_GROUP_ID" val="layout_30"/>
  <p:tag name="KSO_WM_NEWLAYOUT_ID" val="slide_0581d4d39d80ce13"/>
  <p:tag name="KSO_WM_UNIT_PRESET_TEXT" val="单击此处添加标题"/>
</p:tagLst>
</file>

<file path=ppt/tags/tag440.xml><?xml version="1.0" encoding="utf-8"?>
<p:tagLst xmlns:p="http://schemas.openxmlformats.org/presentationml/2006/main">
  <p:tag name="KSO_WM_BEAUTIFY_FLAG" val="#fgm#"/>
  <p:tag name="KSO_WM_FIGMA_FLAG" val="#fgm#"/>
  <p:tag name="KSO_WM_UNIT_INDEX" val="1"/>
  <p:tag name="KSO_WM_UNIT_TYPE" val="d"/>
  <p:tag name="MH_PIC_SOURCE_TYPE" val="generate_slide_ai*{&quot;id&quot;:&quot;VCG41N981887032&quot;,&quot;product_name&quot;:&quot;wps-wpp-pc&quot;,&quot;intention_code&quot;:&quot;wps_wpp_generate_theme_pay&quot;}*auto_gallery_3.0.2_prod*1765847709658_c97f1d_28a92cf46332-slide-12"/>
</p:tagLst>
</file>

<file path=ppt/tags/tag441.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42.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43.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44.xml><?xml version="1.0" encoding="utf-8"?>
<p:tagLst xmlns:p="http://schemas.openxmlformats.org/presentationml/2006/main">
  <p:tag name="KSO_WM_FIGMA_DECORATION_INDEX" val="19"/>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4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4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47.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9258"/>
  <p:tag name="KSO_WM_TEMPLATE_SLIDE_ID" val="slide_0581d4d39d80ce13"/>
</p:tagLst>
</file>

<file path=ppt/tags/tag448.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8726_3*a*1"/>
  <p:tag name="KSO_WM_TEMPLATE_CATEGORY" val="custom"/>
  <p:tag name="KSO_WM_TEMPLATE_INDEX" val="40498726"/>
  <p:tag name="KSO_WM_UNIT_LAYERLEVEL" val="1"/>
  <p:tag name="KSO_WM_TAG_VERSION" val="3.0"/>
</p:tagLst>
</file>

<file path=ppt/tags/tag449.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8726_3*e*1"/>
  <p:tag name="KSO_WM_TEMPLATE_CATEGORY" val="custom"/>
  <p:tag name="KSO_WM_TEMPLATE_INDEX" val="40498726"/>
  <p:tag name="KSO_WM_UNIT_LAYERLEVEL" val="1"/>
  <p:tag name="KSO_WM_TAG_VERSION" val="3.0"/>
</p:tagLst>
</file>

<file path=ppt/tags/tag450.xml><?xml version="1.0" encoding="utf-8"?>
<p:tagLst xmlns:p="http://schemas.openxmlformats.org/presentationml/2006/main">
  <p:tag name="KSO_WM_SLIDE_CONTENT_ORIENTATION" val="left"/>
  <p:tag name="KSO_WM_SLIDE_HAS_MASK" val="0"/>
  <p:tag name="KSO_WM_SLIDE_ITEM_CNT" val="0"/>
  <p:tag name="KSO_WM_SLIDE_TYPE" val="sectionTitle"/>
  <p:tag name="KSO_WM_TEMPLATE_SUBCATEGORY" val="29"/>
  <p:tag name="KSO_WM_BEAUTIFY_FLAG" val="#wm#"/>
  <p:tag name="KSO_WM_TEMPLATE_SLIDE_ID" val="slide_0e3ab8503af4c08e"/>
  <p:tag name="KSO_WM_TAG_VERSION" val="3.0"/>
  <p:tag name="KSO_WM_SLIDE_ID" val="custom40498726_3"/>
  <p:tag name="KSO_WM_TEMPLATE_MASTER_TYPE" val="0"/>
  <p:tag name="KSO_WM_TEMPLATE_COLOR_TYPE" val="0"/>
  <p:tag name="KSO_WM_SLIDE_INDEX" val="3"/>
  <p:tag name="KSO_WM_TEMPLATE_CATEGORY" val="custom"/>
  <p:tag name="KSO_WM_TEMPLATE_INDEX" val="40498726"/>
  <p:tag name="KSO_WM_SLIDE_LAYOUT" val="a_e"/>
  <p:tag name="KSO_WM_SLIDE_LAYOUT_CNT" val="1_1"/>
</p:tagLst>
</file>

<file path=ppt/tags/tag451.xml><?xml version="1.0" encoding="utf-8"?>
<p:tagLst xmlns:p="http://schemas.openxmlformats.org/presentationml/2006/main">
  <p:tag name="KSO_WM_BEAUTIFY_FLAG" val="#fgm#"/>
  <p:tag name="KSO_WM_FIGMA_FLAG" val="#fgm#"/>
  <p:tag name="KSO_WM_UNIT_INDEX" val="1"/>
  <p:tag name="KSO_WM_UNIT_TYPE" val="a"/>
  <p:tag name="KSO_WM_LAYOUT_CHECK_HASH" val="f4f30680c9dfaf7d42bbcea55733dcdd83df2bad"/>
  <p:tag name="KSO_WM_NEWLAYOUT_GROUP_ID" val="layout_27"/>
  <p:tag name="KSO_WM_NEWLAYOUT_ID" val="slide_c0721c1dc1994710"/>
  <p:tag name="KSO_WM_UNIT_PRESET_TEXT" val="单击此处添加标题"/>
</p:tagLst>
</file>

<file path=ppt/tags/tag45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453.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 name="KSO_WM_UNIT_PRESET_TEXT" val="01"/>
</p:tagLst>
</file>

<file path=ppt/tags/tag45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5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5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457.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 name="KSO_WM_UNIT_PRESET_TEXT" val="02"/>
</p:tagLst>
</file>

<file path=ppt/tags/tag45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5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6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461.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 name="KSO_WM_UNIT_PRESET_TEXT" val="03"/>
</p:tagLst>
</file>

<file path=ppt/tags/tag46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6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64.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c0721c1dc1994710"/>
</p:tagLst>
</file>

<file path=ppt/tags/tag46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106_1*a*1"/>
  <p:tag name="KSO_WM_TEMPLATE_CATEGORY" val="custom"/>
  <p:tag name="KSO_WM_TEMPLATE_INDEX" val="20235106"/>
  <p:tag name="KSO_WM_UNIT_LAYERLEVEL" val="1"/>
  <p:tag name="KSO_WM_TAG_VERSION" val="3.0"/>
  <p:tag name="KSO_WM_BEAUTIFY_FLAG" val="#wm#"/>
  <p:tag name="KSO_WM_UNIT_TEXT_TYPE" val="1"/>
  <p:tag name="KSO_WM_UNIT_TEXT_FILL_FORE_SCHEMECOLOR_INDEX" val="13"/>
  <p:tag name="KSO_WM_UNIT_TEXT_FILL_TYPE" val="1"/>
  <p:tag name="KSO_WM_UNIT_USESOURCEFORMAT_APPLY" val="1"/>
  <p:tag name="KSO_WM_UNIT_PRESET_TEXT" val="单击添加文档标题"/>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106_1*d*1"/>
  <p:tag name="KSO_WM_TEMPLATE_CATEGORY" val="custom"/>
  <p:tag name="KSO_WM_TEMPLATE_INDEX" val="20235106"/>
  <p:tag name="KSO_WM_UNIT_LAYERLEVEL" val="1"/>
  <p:tag name="KSO_WM_TAG_VERSION" val="3.0"/>
  <p:tag name="KSO_WM_BEAUTIFY_FLAG" val="#wm#"/>
  <p:tag name="KSO_WM_UNIT_VALUE" val="767*762"/>
  <p:tag name="KSO_WM_UNIT_TYPE" val="d"/>
  <p:tag name="KSO_WM_UNIT_INDEX" val="1"/>
  <p:tag name="KSO_WM_UNIT_PICTURE_SUBTYPE" val="b"/>
  <p:tag name="KSO_WM_UNIT_FILL_FORE_SCHEMECOLOR_INDEX" val="5"/>
  <p:tag name="KSO_WM_UNIT_FILL_TYPE" val="1"/>
  <p:tag name="KSO_WM_UNIT_LINE_FORE_SCHEMECOLOR_INDEX" val="5"/>
  <p:tag name="KSO_WM_UNIT_LINE_FILL_TYPE" val="2"/>
  <p:tag name="KSO_WM_UNIT_USESOURCEFORMAT_APPLY" val="1"/>
</p:tagLst>
</file>

<file path=ppt/tags/tag4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00_1*l_h_f*1_1_1"/>
  <p:tag name="KSO_WM_TEMPLATE_CATEGORY" val="diagram"/>
  <p:tag name="KSO_WM_TEMPLATE_INDEX" val="20235100"/>
  <p:tag name="KSO_WM_UNIT_LAYERLEVEL" val="1_1_1"/>
  <p:tag name="KSO_WM_TAG_VERSION" val="3.0"/>
  <p:tag name="KSO_WM_UNIT_TEXT_FILL_FORE_SCHEMECOLOR_INDEX_BRIGHTNESS" val="0.35"/>
  <p:tag name="KSO_WM_DIAGRAM_VERSION" val="3"/>
  <p:tag name="KSO_WM_DIAGRAM_COLOR_TRICK" val="1"/>
  <p:tag name="KSO_WM_DIAGRAM_COLOR_TEXT_CAN_REMOVE" val="n"/>
  <p:tag name="KSO_WM_DIAGRAM_GROUP_CODE" val="l1-1"/>
  <p:tag name="KSO_WM_DIAGRAM_MAX_ITEMCNT" val="3"/>
  <p:tag name="KSO_WM_DIAGRAM_MIN_ITEMCNT" val="2"/>
  <p:tag name="KSO_WM_DIAGRAM_VIRTUALLY_FRAME" val="{&quot;height&quot;:160.3000030517578,&quot;left&quot;:297,&quot;top&quot;:103.89999847412109,&quot;width&quot;:619.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5,5,5,5,5,5]}"/>
  <p:tag name="KSO_WM_UNIT_TEXT_LAYER_COUNT" val="1"/>
  <p:tag name="KSO_WM_UNIT_TEXT_TYPE" val="1"/>
  <p:tag name="KSO_WM_BEAUTIFY_FLAG" val="#wm#"/>
  <p:tag name="KSO_WM_UNIT_PRESET_TEXT" val="单击此处添加文本具体内容，简明扼要阐述您的观点。根据需要可酌情增减文字以便观者准确理解您传达的思想。单击此处添加文本具体内容。"/>
  <p:tag name="KSO_WM_UNIT_TEXT_FILL_FORE_SCHEMECOLOR_INDEX" val="1"/>
  <p:tag name="KSO_WM_UNIT_TEXT_FILL_TYPE" val="1"/>
  <p:tag name="KSO_WM_UNIT_USESOURCEFORMAT_APPLY" val="1"/>
</p:tagLst>
</file>

<file path=ppt/tags/tag468.xml><?xml version="1.0" encoding="utf-8"?>
<p:tagLst xmlns:p="http://schemas.openxmlformats.org/presentationml/2006/main">
  <p:tag name="KSO_WM_UNIT_TEXT_FILL_FORE_SCHEMECOLOR_INDEX_BRIGHTNESS" val="0"/>
  <p:tag name="KSO_WM_UNIT_HIGHLIGHT" val="0"/>
  <p:tag name="KSO_WM_UNIT_COMPATIBLE" val="0"/>
  <p:tag name="KSO_WM_UNIT_DIAGRAM_ISNUMVISUAL" val="0"/>
  <p:tag name="KSO_WM_UNIT_DIAGRAM_ISREFERUNIT" val="0"/>
  <p:tag name="KSO_WM_UNIT_ID" val="diagram20235100_1*l_h_a*1_1_1"/>
  <p:tag name="KSO_WM_TEMPLATE_CATEGORY" val="diagram"/>
  <p:tag name="KSO_WM_TEMPLATE_INDEX" val="20235100"/>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DIAGRAM_MAX_ITEMCNT" val="3"/>
  <p:tag name="KSO_WM_DIAGRAM_MIN_ITEMCNT" val="2"/>
  <p:tag name="KSO_WM_DIAGRAM_VIRTUALLY_FRAME" val="{&quot;height&quot;:160.3000030517578,&quot;left&quot;:297,&quot;top&quot;:103.89999847412109,&quot;width&quot;:619.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5,5,5,5,5,5]}"/>
  <p:tag name="KSO_WM_UNIT_TEXT_TYPE" val="1"/>
  <p:tag name="KSO_WM_BEAUTIFY_FLAG" val="#wm#"/>
  <p:tag name="KSO_WM_UNIT_PRESET_TEXT" val="单击添加标题"/>
  <p:tag name="KSO_WM_UNIT_TEXT_FILL_FORE_SCHEMECOLOR_INDEX" val="1"/>
  <p:tag name="KSO_WM_UNIT_TEXT_FILL_TYPE" val="1"/>
  <p:tag name="KSO_WM_UNIT_USESOURCEFORMAT_APPLY" val="1"/>
</p:tagLst>
</file>

<file path=ppt/tags/tag4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100_1*l_h_f*1_2_1"/>
  <p:tag name="KSO_WM_TEMPLATE_CATEGORY" val="diagram"/>
  <p:tag name="KSO_WM_TEMPLATE_INDEX" val="20235100"/>
  <p:tag name="KSO_WM_UNIT_LAYERLEVEL" val="1_1_1"/>
  <p:tag name="KSO_WM_TAG_VERSION" val="3.0"/>
  <p:tag name="KSO_WM_UNIT_TEXT_FILL_FORE_SCHEMECOLOR_INDEX_BRIGHTNESS" val="0.35"/>
  <p:tag name="KSO_WM_DIAGRAM_VERSION" val="3"/>
  <p:tag name="KSO_WM_DIAGRAM_COLOR_TRICK" val="1"/>
  <p:tag name="KSO_WM_DIAGRAM_COLOR_TEXT_CAN_REMOVE" val="n"/>
  <p:tag name="KSO_WM_DIAGRAM_GROUP_CODE" val="l1-1"/>
  <p:tag name="KSO_WM_DIAGRAM_MAX_ITEMCNT" val="3"/>
  <p:tag name="KSO_WM_DIAGRAM_MIN_ITEMCNT" val="2"/>
  <p:tag name="KSO_WM_DIAGRAM_VIRTUALLY_FRAME" val="{&quot;height&quot;:160.3000030517578,&quot;left&quot;:297,&quot;top&quot;:103.89999847412109,&quot;width&quot;:619.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5,5,5,5,5,5]}"/>
  <p:tag name="KSO_WM_UNIT_TEXT_LAYER_COUNT" val="1"/>
  <p:tag name="KSO_WM_UNIT_TEXT_TYPE" val="1"/>
  <p:tag name="KSO_WM_BEAUTIFY_FLAG" val="#wm#"/>
  <p:tag name="KSO_WM_UNIT_PRESET_TEXT" val="单击此处添加文本具体内容，简明扼要阐述您的观点。根据需要可酌情增减文字以便观者准确理解您传达的思想。单击此处添加文本具体内容，简明扼要阐述观点。"/>
  <p:tag name="KSO_WM_UNIT_TEXT_FILL_FORE_SCHEMECOLOR_INDEX" val="1"/>
  <p:tag name="KSO_WM_UNIT_TEXT_FILL_TYPE" val="1"/>
  <p:tag name="KSO_WM_UNIT_USESOURCEFORMAT_APPLY" val="1"/>
</p:tagLst>
</file>

<file path=ppt/tags/tag470.xml><?xml version="1.0" encoding="utf-8"?>
<p:tagLst xmlns:p="http://schemas.openxmlformats.org/presentationml/2006/main">
  <p:tag name="KSO_WM_UNIT_TEXT_FILL_FORE_SCHEMECOLOR_INDEX_BRIGHTNESS" val="0"/>
  <p:tag name="KSO_WM_UNIT_HIGHLIGHT" val="0"/>
  <p:tag name="KSO_WM_UNIT_COMPATIBLE" val="0"/>
  <p:tag name="KSO_WM_UNIT_DIAGRAM_ISNUMVISUAL" val="0"/>
  <p:tag name="KSO_WM_UNIT_DIAGRAM_ISREFERUNIT" val="0"/>
  <p:tag name="KSO_WM_UNIT_ID" val="diagram20235100_1*l_h_a*1_2_1"/>
  <p:tag name="KSO_WM_TEMPLATE_CATEGORY" val="diagram"/>
  <p:tag name="KSO_WM_TEMPLATE_INDEX" val="20235100"/>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DIAGRAM_MAX_ITEMCNT" val="3"/>
  <p:tag name="KSO_WM_DIAGRAM_MIN_ITEMCNT" val="2"/>
  <p:tag name="KSO_WM_DIAGRAM_VIRTUALLY_FRAME" val="{&quot;height&quot;:160.3000030517578,&quot;left&quot;:297,&quot;top&quot;:103.89999847412109,&quot;width&quot;:619.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theme_color_indexes&quot;:[5,5,5,5,5,5]}"/>
  <p:tag name="KSO_WM_UNIT_TEXT_TYPE" val="1"/>
  <p:tag name="KSO_WM_BEAUTIFY_FLAG" val="#wm#"/>
  <p:tag name="KSO_WM_UNIT_PRESET_TEXT" val="单击添加标题"/>
  <p:tag name="KSO_WM_UNIT_TEXT_FILL_FORE_SCHEMECOLOR_INDEX" val="1"/>
  <p:tag name="KSO_WM_UNIT_TEXT_FILL_TYPE" val="1"/>
  <p:tag name="KSO_WM_UNIT_USESOURCEFORMAT_APPLY" val="1"/>
</p:tagLst>
</file>

<file path=ppt/tags/tag471.xml><?xml version="1.0" encoding="utf-8"?>
<p:tagLst xmlns:p="http://schemas.openxmlformats.org/presentationml/2006/main">
  <p:tag name="KSO_WM_SLIDE_ID" val="custom20235106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5106"/>
  <p:tag name="KSO_WM_SLIDE_TYPE" val="text"/>
  <p:tag name="KSO_WM_SLIDE_SUBTYPE" val="picTxt"/>
  <p:tag name="KSO_WM_SLIDE_SIZE" val="611.15*137.538"/>
  <p:tag name="KSO_WM_SLIDE_POSITION" val="297*122.55"/>
  <p:tag name="KSO_WM_SLIDE_LAYOUT" val="a_d_f_β_l"/>
  <p:tag name="KSO_WM_SLIDE_LAYOUT_CNT" val="1_1_1_1_1"/>
  <p:tag name="KSO_WM_SPECIAL_SOURCE" val="bdnull"/>
  <p:tag name="KSO_WM_DIAGRAM_GROUP_CODE" val="l1-1"/>
  <p:tag name="KSO_WM_SLIDE_DIAGTYPE" val="l"/>
  <p:tag name="RESOURCE_RECORD_KEY" val="{&quot;65&quot;:[3],&quot;70&quot;:[3313603]}"/>
</p:tagLst>
</file>

<file path=ppt/tags/tag472.xml><?xml version="1.0" encoding="utf-8"?>
<p:tagLst xmlns:p="http://schemas.openxmlformats.org/presentationml/2006/main">
  <p:tag name="KSO_WM_BEAUTIFY_FLAG" val="#fgm#"/>
  <p:tag name="KSO_WM_FIGMA_FLAG" val="#fgm#"/>
  <p:tag name="KSO_WM_UNIT_INDEX" val="1"/>
  <p:tag name="KSO_WM_UNIT_TYPE" val="a"/>
  <p:tag name="KSO_WM_LAYOUT_CHECK_HASH" val="d571869410ea3fa8012b95c3358b9050aaf574eb"/>
  <p:tag name="KSO_WM_NEWLAYOUT_GROUP_ID" val="layout_63"/>
  <p:tag name="KSO_WM_NEWLAYOUT_ID" val="slide_f8237b5359323683"/>
  <p:tag name="KSO_WM_UNIT_PRESET_TEXT" val="单击此处添加标题"/>
</p:tagLst>
</file>

<file path=ppt/tags/tag473.xml><?xml version="1.0" encoding="utf-8"?>
<p:tagLst xmlns:p="http://schemas.openxmlformats.org/presentationml/2006/main">
  <p:tag name="KSO_WM_BEAUTIFY_FLAG" val="#fgm#"/>
  <p:tag name="KSO_WM_FIGMA_FLAG" val="#fgm#"/>
  <p:tag name="KSO_WM_UNIT_INDEX" val="1"/>
  <p:tag name="KSO_WM_UNIT_TYPE" val="d"/>
</p:tagLst>
</file>

<file path=ppt/tags/tag47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7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76.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7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78.xml><?xml version="1.0" encoding="utf-8"?>
<p:tagLst xmlns:p="http://schemas.openxmlformats.org/presentationml/2006/main">
  <p:tag name="KSO_WM_SLIDE_CONTENT_ORIENTATION" val=""/>
  <p:tag name="KSO_WM_SLIDE_HAS_MASK" val="0"/>
  <p:tag name="KSO_WM_SLIDE_ITEM_CNT" val="2"/>
  <p:tag name="KSO_WM_SLIDE_TYPE" val="text"/>
  <p:tag name="KSO_WM_TEMPLATE_SUBCATEGORY" val="29"/>
  <p:tag name="KSO_WM_BEAUTIFY_FLAG" val="#wm#"/>
  <p:tag name="KSO_WM_TEMPLATE_FIGMA_ID" val="69796649258"/>
  <p:tag name="KSO_WM_TEMPLATE_SLIDE_ID" val="slide_f8237b5359323683"/>
</p:tagLst>
</file>

<file path=ppt/tags/tag479.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439aed18a89119074dd7f9f9587487f0aa2b510e"/>
  <p:tag name="KSO_WM_NEWLAYOUT_ID" val="1072"/>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8726_3*a*1"/>
  <p:tag name="KSO_WM_TEMPLATE_CATEGORY" val="custom"/>
  <p:tag name="KSO_WM_TEMPLATE_INDEX" val="40498726"/>
  <p:tag name="KSO_WM_UNIT_LAYERLEVEL" val="1"/>
  <p:tag name="KSO_WM_TAG_VERSION" val="3.0"/>
</p:tagLst>
</file>

<file path=ppt/tags/tag480.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8726_3*e*1"/>
  <p:tag name="KSO_WM_TEMPLATE_CATEGORY" val="custom"/>
  <p:tag name="KSO_WM_TEMPLATE_INDEX" val="40498726"/>
  <p:tag name="KSO_WM_UNIT_LAYERLEVEL" val="1"/>
  <p:tag name="KSO_WM_TAG_VERSION" val="3.0"/>
</p:tagLst>
</file>

<file path=ppt/tags/tag481.xml><?xml version="1.0" encoding="utf-8"?>
<p:tagLst xmlns:p="http://schemas.openxmlformats.org/presentationml/2006/main">
  <p:tag name="KSO_WM_SLIDE_CONTENT_ORIENTATION" val="left"/>
  <p:tag name="KSO_WM_SLIDE_HAS_MASK" val="0"/>
  <p:tag name="KSO_WM_SLIDE_ITEM_CNT" val="0"/>
  <p:tag name="KSO_WM_SLIDE_TYPE" val="sectionTitle"/>
  <p:tag name="KSO_WM_TEMPLATE_SUBCATEGORY" val="29"/>
  <p:tag name="KSO_WM_BEAUTIFY_FLAG" val="#wm#"/>
  <p:tag name="KSO_WM_TEMPLATE_SLIDE_ID" val="slide_0e3ab8503af4c08e"/>
  <p:tag name="KSO_WM_TAG_VERSION" val="3.0"/>
  <p:tag name="KSO_WM_SLIDE_ID" val="custom40498726_3"/>
  <p:tag name="KSO_WM_TEMPLATE_MASTER_TYPE" val="0"/>
  <p:tag name="KSO_WM_TEMPLATE_COLOR_TYPE" val="0"/>
  <p:tag name="KSO_WM_SLIDE_INDEX" val="3"/>
  <p:tag name="KSO_WM_TEMPLATE_CATEGORY" val="custom"/>
  <p:tag name="KSO_WM_TEMPLATE_INDEX" val="40498726"/>
  <p:tag name="KSO_WM_SLIDE_LAYOUT" val="a_e"/>
  <p:tag name="KSO_WM_SLIDE_LAYOUT_CNT" val="1_1"/>
</p:tagLst>
</file>

<file path=ppt/tags/tag482.xml><?xml version="1.0" encoding="utf-8"?>
<p:tagLst xmlns:p="http://schemas.openxmlformats.org/presentationml/2006/main">
  <p:tag name="KSO_WM_BEAUTIFY_FLAG" val="#fgm#"/>
  <p:tag name="KSO_WM_FIGMA_FLAG" val="#fgm#"/>
  <p:tag name="KSO_WM_UNIT_INDEX" val="1"/>
  <p:tag name="KSO_WM_UNIT_TYPE" val="a"/>
  <p:tag name="KSO_WM_LAYOUT_CHECK_HASH" val="049cbb8aaba22ca546e5f1071c70375e05770e4d"/>
  <p:tag name="KSO_WM_NEWLAYOUT_GROUP_ID" val="layout_61"/>
  <p:tag name="KSO_WM_NEWLAYOUT_ID" val="slide_e1d1abaaf739d42e"/>
  <p:tag name="KSO_WM_UNIT_PRESET_TEXT" val="单击此处添加标题"/>
</p:tagLst>
</file>

<file path=ppt/tags/tag483.xml><?xml version="1.0" encoding="utf-8"?>
<p:tagLst xmlns:p="http://schemas.openxmlformats.org/presentationml/2006/main">
  <p:tag name="KSO_WM_BEAUTIFY_FLAG" val="#fgm#"/>
  <p:tag name="KSO_WM_FIGMA_FLAG" val="#fgm#"/>
  <p:tag name="KSO_WM_UNIT_INDEX" val="1"/>
  <p:tag name="KSO_WM_UNIT_TYPE" val="d"/>
</p:tagLst>
</file>

<file path=ppt/tags/tag484.xml><?xml version="1.0" encoding="utf-8"?>
<p:tagLst xmlns:p="http://schemas.openxmlformats.org/presentationml/2006/main">
  <p:tag name="KSO_WM_FIGMA_DECORATION_INDEX" val="17_contentModel"/>
  <p:tag name="$PH_EXT" val="2"/>
  <p:tag name="KSO_WM_BEAUTIFY_FLAG" val="#fgm#"/>
  <p:tag name="KSO_WM_FIGMA_FLAG" val="#fgm#"/>
  <p:tag name="KSO_WM_SYNC_SLIDE_TEXT" val="1"/>
  <p:tag name="KSO_WM_UNIT_INDEX" val="1_1"/>
  <p:tag name="KSO_WM_UNIT_TYPE" val="l_i"/>
  <p:tag name="KSO_WM_UNIT_PRESET_TEXT" val=" "/>
</p:tagLst>
</file>

<file path=ppt/tags/tag485.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8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8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8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89.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9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91.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e1d1abaaf739d42e"/>
</p:tagLst>
</file>

<file path=ppt/tags/tag492.xml><?xml version="1.0" encoding="utf-8"?>
<p:tagLst xmlns:p="http://schemas.openxmlformats.org/presentationml/2006/main">
  <p:tag name="KSO_WM_BEAUTIFY_FLAG" val="#fgm#"/>
  <p:tag name="KSO_WM_FIGMA_FLAG" val="#fgm#"/>
  <p:tag name="KSO_WM_UNIT_INDEX" val="1"/>
  <p:tag name="KSO_WM_UNIT_TYPE" val="a"/>
  <p:tag name="KSO_WM_LAYOUT_CHECK_HASH" val="28f43782531312ade93d51d104d52f0a780ef4f7"/>
  <p:tag name="KSO_WM_NEWLAYOUT_GROUP_ID" val="layout_10007"/>
  <p:tag name="KSO_WM_NEWLAYOUT_ID" val="slide_c162246a47120d9c"/>
  <p:tag name="KSO_WM_UNIT_PRESET_TEXT" val="单击此处添加标题"/>
</p:tagLst>
</file>

<file path=ppt/tags/tag49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单击此处添加项标题"/>
</p:tagLst>
</file>

<file path=ppt/tags/tag49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495.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单击此处添加项标题"/>
</p:tagLst>
</file>

<file path=ppt/tags/tag496.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497.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单击此处添加项标题"/>
</p:tagLst>
</file>

<file path=ppt/tags/tag498.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499.xml><?xml version="1.0" encoding="utf-8"?>
<p:tagLst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FIGMA_ID" val="69796649258"/>
  <p:tag name="KSO_WM_TEMPLATE_SLIDE_ID" val="slide_c162246a47120d9c"/>
</p:tagLst>
</file>

<file path=ppt/tags/tag500.xml><?xml version="1.0" encoding="utf-8"?>
<p:tagLst xmlns:p="http://schemas.openxmlformats.org/presentationml/2006/main">
  <p:tag name="KSO_WM_BEAUTIFY_FLAG" val="#fgm#"/>
  <p:tag name="KSO_WM_FIGMA_FLAG" val="#fgm#"/>
  <p:tag name="KSO_WM_UNIT_INDEX" val="1"/>
  <p:tag name="KSO_WM_UNIT_TYPE" val="a"/>
  <p:tag name="KSO_WM_LAYOUT_CHECK_HASH" val="00fa037b8408362f4fa70524711eac4c764ed898"/>
  <p:tag name="KSO_WM_NEWLAYOUT_GROUP_ID" val="layout_3"/>
  <p:tag name="KSO_WM_NEWLAYOUT_ID" val="slide_35706d261c590e5b"/>
  <p:tag name="KSO_WM_UNIT_PRESET_TEXT" val="单击此处添加标题"/>
</p:tagLst>
</file>

<file path=ppt/tags/tag50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1_1"/>
  <p:tag name="KSO_WM_UNIT_TYPE" val="l_h_i"/>
  <p:tag name="KSO_WM_UNIT_PRESET_TEXT" val=" "/>
</p:tagLst>
</file>

<file path=ppt/tags/tag502.xml><?xml version="1.0" encoding="utf-8"?>
<p:tagLst xmlns:p="http://schemas.openxmlformats.org/presentationml/2006/main">
  <p:tag name="KSO_WM_FIGMA_DECORATION_INDEX" val="7"/>
  <p:tag name="$PH_EXT" val="1"/>
  <p:tag name="KSO_WM_BEAUTIFY_FLAG" val="#fgm#"/>
  <p:tag name="KSO_WM_DIAGRAM_GROUP_CODE" val="1"/>
  <p:tag name="KSO_WM_FIGMA_FLAG" val="#fgm#"/>
  <p:tag name="KSO_WM_UNIT_INDEX" val="1_1_1"/>
  <p:tag name="KSO_WM_UNIT_TYPE" val="l_h_x"/>
</p:tagLst>
</file>

<file path=ppt/tags/tag503.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 name="KSO_WM_UNIT_PRESET_TEXT" val="项标题"/>
</p:tagLst>
</file>

<file path=ppt/tags/tag50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505.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2_1"/>
  <p:tag name="KSO_WM_UNIT_TYPE" val="l_h_i"/>
  <p:tag name="KSO_WM_UNIT_PRESET_TEXT" val=" "/>
</p:tagLst>
</file>

<file path=ppt/tags/tag506.xml><?xml version="1.0" encoding="utf-8"?>
<p:tagLst xmlns:p="http://schemas.openxmlformats.org/presentationml/2006/main">
  <p:tag name="KSO_WM_FIGMA_DECORATION_INDEX" val="8"/>
  <p:tag name="$PH_EXT" val="1"/>
  <p:tag name="KSO_WM_BEAUTIFY_FLAG" val="#fgm#"/>
  <p:tag name="KSO_WM_DIAGRAM_GROUP_CODE" val="1"/>
  <p:tag name="KSO_WM_FIGMA_FLAG" val="#fgm#"/>
  <p:tag name="KSO_WM_UNIT_INDEX" val="1_2_1"/>
  <p:tag name="KSO_WM_UNIT_TYPE" val="l_h_x"/>
</p:tagLst>
</file>

<file path=ppt/tags/tag507.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 name="KSO_WM_UNIT_PRESET_TEXT" val="项标题"/>
</p:tagLst>
</file>

<file path=ppt/tags/tag508.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509.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3_1"/>
  <p:tag name="KSO_WM_UNIT_TYPE" val="l_h_i"/>
  <p:tag name="KSO_WM_UNIT_PRESET_TEXT" val=" "/>
</p:tagLst>
</file>

<file path=ppt/tags/tag510.xml><?xml version="1.0" encoding="utf-8"?>
<p:tagLst xmlns:p="http://schemas.openxmlformats.org/presentationml/2006/main">
  <p:tag name="KSO_WM_FIGMA_DECORATION_INDEX" val="9"/>
  <p:tag name="$PH_EXT" val="1"/>
  <p:tag name="KSO_WM_BEAUTIFY_FLAG" val="#fgm#"/>
  <p:tag name="KSO_WM_DIAGRAM_GROUP_CODE" val="1"/>
  <p:tag name="KSO_WM_FIGMA_FLAG" val="#fgm#"/>
  <p:tag name="KSO_WM_UNIT_INDEX" val="1_3_1"/>
  <p:tag name="KSO_WM_UNIT_TYPE" val="l_h_x"/>
</p:tagLst>
</file>

<file path=ppt/tags/tag511.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 name="KSO_WM_UNIT_PRESET_TEXT" val="项标题"/>
</p:tagLst>
</file>

<file path=ppt/tags/tag512.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 name="KSO_WM_UNIT_PRESET_TEXT" val="单击此处添加项正文"/>
</p:tagLst>
</file>

<file path=ppt/tags/tag513.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4_1"/>
  <p:tag name="KSO_WM_UNIT_TYPE" val="l_h_i"/>
  <p:tag name="KSO_WM_UNIT_PRESET_TEXT" val=" "/>
</p:tagLst>
</file>

<file path=ppt/tags/tag514.xml><?xml version="1.0" encoding="utf-8"?>
<p:tagLst xmlns:p="http://schemas.openxmlformats.org/presentationml/2006/main">
  <p:tag name="KSO_WM_FIGMA_DECORATION_INDEX" val="10"/>
  <p:tag name="$PH_EXT" val="1"/>
  <p:tag name="KSO_WM_BEAUTIFY_FLAG" val="#fgm#"/>
  <p:tag name="KSO_WM_DIAGRAM_GROUP_CODE" val="1"/>
  <p:tag name="KSO_WM_FIGMA_FLAG" val="#fgm#"/>
  <p:tag name="KSO_WM_UNIT_INDEX" val="1_4_1"/>
  <p:tag name="KSO_WM_UNIT_TYPE" val="l_h_x"/>
</p:tagLst>
</file>

<file path=ppt/tags/tag51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 name="KSO_WM_UNIT_PRESET_TEXT" val="项标题"/>
</p:tagLst>
</file>

<file path=ppt/tags/tag516.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 name="KSO_WM_UNIT_PRESET_TEXT" val="单击此处添加项正文"/>
</p:tagLst>
</file>

<file path=ppt/tags/tag517.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5_1"/>
  <p:tag name="KSO_WM_UNIT_TYPE" val="l_h_i"/>
  <p:tag name="KSO_WM_UNIT_PRESET_TEXT" val=" "/>
</p:tagLst>
</file>

<file path=ppt/tags/tag518.xml><?xml version="1.0" encoding="utf-8"?>
<p:tagLst xmlns:p="http://schemas.openxmlformats.org/presentationml/2006/main">
  <p:tag name="KSO_WM_FIGMA_DECORATION_INDEX" val="11"/>
  <p:tag name="$PH_EXT" val="1"/>
  <p:tag name="KSO_WM_BEAUTIFY_FLAG" val="#fgm#"/>
  <p:tag name="KSO_WM_DIAGRAM_GROUP_CODE" val="1"/>
  <p:tag name="KSO_WM_FIGMA_FLAG" val="#fgm#"/>
  <p:tag name="KSO_WM_UNIT_INDEX" val="1_5_1"/>
  <p:tag name="KSO_WM_UNIT_TYPE" val="l_h_x"/>
</p:tagLst>
</file>

<file path=ppt/tags/tag519.xml><?xml version="1.0" encoding="utf-8"?>
<p:tagLst xmlns:p="http://schemas.openxmlformats.org/presentationml/2006/main">
  <p:tag name="KSO_WM_BEAUTIFY_FLAG" val="#fgm#"/>
  <p:tag name="KSO_WM_DIAGRAM_GROUP_CODE" val="1"/>
  <p:tag name="KSO_WM_FIGMA_FLAG" val="#fgm#"/>
  <p:tag name="KSO_WM_UNIT_INDEX" val="1_5_1"/>
  <p:tag name="KSO_WM_UNIT_TYPE" val="l_h_a"/>
  <p:tag name="KSO_WM_UNIT_PRESET_TEXT" val="项标题"/>
</p:tagLst>
</file>

<file path=ppt/tags/tag520.xml><?xml version="1.0" encoding="utf-8"?>
<p:tagLst xmlns:p="http://schemas.openxmlformats.org/presentationml/2006/main">
  <p:tag name="KSO_WM_BEAUTIFY_FLAG" val="#fgm#"/>
  <p:tag name="KSO_WM_DIAGRAM_GROUP_CODE" val="1"/>
  <p:tag name="KSO_WM_FIGMA_FLAG" val="#fgm#"/>
  <p:tag name="KSO_WM_UNIT_INDEX" val="1_5_1"/>
  <p:tag name="KSO_WM_UNIT_TYPE" val="l_h_f"/>
  <p:tag name="KSO_WM_UNIT_PRESET_TEXT" val="单击此处添加项正文"/>
</p:tagLst>
</file>

<file path=ppt/tags/tag521.xml><?xml version="1.0" encoding="utf-8"?>
<p:tagLst xmlns:p="http://schemas.openxmlformats.org/presentationml/2006/main">
  <p:tag name="KSO_WM_FIGMA_DECORATION_INDEX" val="16"/>
  <p:tag name="$PH_EXT" val="2"/>
  <p:tag name="KSO_WM_BEAUTIFY_FLAG" val="#fgm#"/>
  <p:tag name="KSO_WM_DIAGRAM_GROUP_CODE" val="1"/>
  <p:tag name="KSO_WM_FIGMA_FLAG" val="#fgm#"/>
  <p:tag name="KSO_WM_SYNC_SLIDE_TEXT" val="1"/>
  <p:tag name="KSO_WM_UNIT_INDEX" val="1_6_1"/>
  <p:tag name="KSO_WM_UNIT_TYPE" val="l_h_i"/>
  <p:tag name="KSO_WM_UNIT_PRESET_TEXT" val=" "/>
</p:tagLst>
</file>

<file path=ppt/tags/tag522.xml><?xml version="1.0" encoding="utf-8"?>
<p:tagLst xmlns:p="http://schemas.openxmlformats.org/presentationml/2006/main">
  <p:tag name="KSO_WM_FIGMA_DECORATION_INDEX" val="12"/>
  <p:tag name="$PH_EXT" val="1"/>
  <p:tag name="KSO_WM_BEAUTIFY_FLAG" val="#fgm#"/>
  <p:tag name="KSO_WM_DIAGRAM_GROUP_CODE" val="1"/>
  <p:tag name="KSO_WM_FIGMA_FLAG" val="#fgm#"/>
  <p:tag name="KSO_WM_UNIT_INDEX" val="1_6_1"/>
  <p:tag name="KSO_WM_UNIT_TYPE" val="l_h_x"/>
</p:tagLst>
</file>

<file path=ppt/tags/tag523.xml><?xml version="1.0" encoding="utf-8"?>
<p:tagLst xmlns:p="http://schemas.openxmlformats.org/presentationml/2006/main">
  <p:tag name="KSO_WM_BEAUTIFY_FLAG" val="#fgm#"/>
  <p:tag name="KSO_WM_DIAGRAM_GROUP_CODE" val="1"/>
  <p:tag name="KSO_WM_FIGMA_FLAG" val="#fgm#"/>
  <p:tag name="KSO_WM_UNIT_INDEX" val="1_6_1"/>
  <p:tag name="KSO_WM_UNIT_TYPE" val="l_h_a"/>
  <p:tag name="KSO_WM_UNIT_PRESET_TEXT" val="项标题"/>
</p:tagLst>
</file>

<file path=ppt/tags/tag524.xml><?xml version="1.0" encoding="utf-8"?>
<p:tagLst xmlns:p="http://schemas.openxmlformats.org/presentationml/2006/main">
  <p:tag name="KSO_WM_BEAUTIFY_FLAG" val="#fgm#"/>
  <p:tag name="KSO_WM_DIAGRAM_GROUP_CODE" val="1"/>
  <p:tag name="KSO_WM_FIGMA_FLAG" val="#fgm#"/>
  <p:tag name="KSO_WM_UNIT_INDEX" val="1_6_1"/>
  <p:tag name="KSO_WM_UNIT_TYPE" val="l_h_f"/>
  <p:tag name="KSO_WM_UNIT_PRESET_TEXT" val="单击此处添加项正文"/>
</p:tagLst>
</file>

<file path=ppt/tags/tag525.xml><?xml version="1.0" encoding="utf-8"?>
<p:tagLst xmlns:p="http://schemas.openxmlformats.org/presentationml/2006/main">
  <p:tag name="KSO_WM_SLIDE_CONTENT_ORIENTATION" val=""/>
  <p:tag name="KSO_WM_SLIDE_HAS_MASK" val="0"/>
  <p:tag name="KSO_WM_SLIDE_ITEM_CNT" val="6"/>
  <p:tag name="KSO_WM_SLIDE_TYPE" val="text"/>
  <p:tag name="KSO_WM_TEMPLATE_SUBCATEGORY" val="29"/>
  <p:tag name="KSO_WM_BEAUTIFY_FLAG" val="#wm#"/>
  <p:tag name="KSO_WM_TEMPLATE_FIGMA_ID" val="69796649258"/>
  <p:tag name="KSO_WM_TEMPLATE_SLIDE_ID" val="slide_35706d261c590e5b"/>
</p:tagLst>
</file>

<file path=ppt/tags/tag52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52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528.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D" val="custom40498726_5*b*1"/>
  <p:tag name="KSO_WM_TEMPLATE_CATEGORY" val="custom"/>
  <p:tag name="KSO_WM_TEMPLATE_INDEX" val="40498726"/>
  <p:tag name="KSO_WM_UNIT_LAYERLEVEL" val="1"/>
  <p:tag name="KSO_WM_TAG_VERSION" val="3.0"/>
  <p:tag name="KSO_WM_UNIT_PRESET_TEXT" val="THE END"/>
</p:tagLst>
</file>

<file path=ppt/tags/tag529.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10033dfc7d859309c2eb29d59d4700dab12599d8"/>
  <p:tag name="KSO_WM_NEWLAYOUT_ID" val="1080"/>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ID" val="custom40498726_5*a*1"/>
  <p:tag name="KSO_WM_TEMPLATE_CATEGORY" val="custom"/>
  <p:tag name="KSO_WM_TEMPLATE_INDEX" val="40498726"/>
  <p:tag name="KSO_WM_UNIT_LAYERLEVEL" val="1"/>
  <p:tag name="KSO_WM_TAG_VERSION" val="3.0"/>
  <p:tag name="KSO_WM_UNIT_PRESET_TEXT" val="谢谢观看"/>
</p:tagLst>
</file>

<file path=ppt/tags/tag530.xml><?xml version="1.0" encoding="utf-8"?>
<p:tagLst xmlns:p="http://schemas.openxmlformats.org/presentationml/2006/main">
  <p:tag name="KSO_WM_SLIDE_CONTENT_ORIENTATION" val="right"/>
  <p:tag name="KSO_WM_SLIDE_HAS_MASK" val="0"/>
  <p:tag name="KSO_WM_SLIDE_ITEM_CNT" val="0"/>
  <p:tag name="KSO_WM_SLIDE_TYPE" val="endPage"/>
  <p:tag name="KSO_WM_TEMPLATE_SUBCATEGORY" val="29"/>
  <p:tag name="KSO_WM_BEAUTIFY_FLAG" val="#wm#"/>
  <p:tag name="KSO_WM_TEMPLATE_SLIDE_ID" val="slide_2f1bc384a532e0ce"/>
  <p:tag name="KSO_WM_TAG_VERSION" val="3.0"/>
  <p:tag name="KSO_WM_SLIDE_ID" val="custom40498726_5"/>
  <p:tag name="KSO_WM_TEMPLATE_MASTER_TYPE" val="0"/>
  <p:tag name="KSO_WM_TEMPLATE_COLOR_TYPE" val="0"/>
  <p:tag name="KSO_WM_SLIDE_INDEX" val="5"/>
  <p:tag name="KSO_WM_TEMPLATE_CATEGORY" val="custom"/>
  <p:tag name="KSO_WM_TEMPLATE_INDEX" val="40498726"/>
  <p:tag name="KSO_WM_SLIDE_LAYOUT" val="a_b"/>
  <p:tag name="KSO_WM_SLIDE_LAYOUT_CNT" val="1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249">
      <a:dk1>
        <a:srgbClr val="000000"/>
      </a:dk1>
      <a:lt1>
        <a:srgbClr val="FFFFFF"/>
      </a:lt1>
      <a:dk2>
        <a:srgbClr val="001548"/>
      </a:dk2>
      <a:lt2>
        <a:srgbClr val="F5F7FF"/>
      </a:lt2>
      <a:accent1>
        <a:srgbClr val="1B85FD"/>
      </a:accent1>
      <a:accent2>
        <a:srgbClr val="3497EA"/>
      </a:accent2>
      <a:accent3>
        <a:srgbClr val="94B1F3"/>
      </a:accent3>
      <a:accent4>
        <a:srgbClr val="21C1A9"/>
      </a:accent4>
      <a:accent5>
        <a:srgbClr val="37D782"/>
      </a:accent5>
      <a:accent6>
        <a:srgbClr val="08BC61"/>
      </a:accent6>
      <a:hlink>
        <a:srgbClr val="304FFE"/>
      </a:hlink>
      <a:folHlink>
        <a:srgbClr val="492067"/>
      </a:folHlink>
    </a:clrScheme>
    <a:fontScheme name="简约风/商务风">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1249">
      <a:dk1>
        <a:srgbClr val="000000"/>
      </a:dk1>
      <a:lt1>
        <a:srgbClr val="FFFFFF"/>
      </a:lt1>
      <a:dk2>
        <a:srgbClr val="001548"/>
      </a:dk2>
      <a:lt2>
        <a:srgbClr val="F5F7FF"/>
      </a:lt2>
      <a:accent1>
        <a:srgbClr val="1B85FD"/>
      </a:accent1>
      <a:accent2>
        <a:srgbClr val="3497EA"/>
      </a:accent2>
      <a:accent3>
        <a:srgbClr val="94B1F3"/>
      </a:accent3>
      <a:accent4>
        <a:srgbClr val="21C1A9"/>
      </a:accent4>
      <a:accent5>
        <a:srgbClr val="37D782"/>
      </a:accent5>
      <a:accent6>
        <a:srgbClr val="08BC61"/>
      </a:accent6>
      <a:hlink>
        <a:srgbClr val="304FFE"/>
      </a:hlink>
      <a:folHlink>
        <a:srgbClr val="492067"/>
      </a:folHlink>
    </a:clrScheme>
    <a:fontScheme name="简约风/商务风">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4384</Words>
  <Application>WPS 演示</Application>
  <PresentationFormat>宽屏</PresentationFormat>
  <Paragraphs>382</Paragraphs>
  <Slides>33</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33</vt:i4>
      </vt:variant>
    </vt:vector>
  </HeadingPairs>
  <TitlesOfParts>
    <vt:vector size="46" baseType="lpstr">
      <vt:lpstr>Arial</vt:lpstr>
      <vt:lpstr>宋体</vt:lpstr>
      <vt:lpstr>Wingdings</vt:lpstr>
      <vt:lpstr>微软雅黑</vt:lpstr>
      <vt:lpstr>Source Han Serif SC Regular</vt:lpstr>
      <vt:lpstr>Arial Unicode MS</vt:lpstr>
      <vt:lpstr>Calibri</vt:lpstr>
      <vt:lpstr>Source Han Serif SC Regular</vt:lpstr>
      <vt:lpstr>Segoe Print</vt:lpstr>
      <vt:lpstr>Oxford Regular</vt:lpstr>
      <vt:lpstr>Office 主题</vt:lpstr>
      <vt:lpstr>1_Office 主题​​</vt:lpstr>
      <vt:lpstr>2_Office 主题​​</vt:lpstr>
      <vt:lpstr>PowerPoint 演示文稿</vt:lpstr>
      <vt:lpstr>目录</vt:lpstr>
      <vt:lpstr>Kawase入路概述</vt:lpstr>
      <vt:lpstr>入路定义</vt:lpstr>
      <vt:lpstr>发展历程</vt:lpstr>
      <vt:lpstr>Kawase入路解剖学基础</vt:lpstr>
      <vt:lpstr>相关解剖结构</vt:lpstr>
      <vt:lpstr>解剖层次关系</vt:lpstr>
      <vt:lpstr>重要毗邻结构</vt:lpstr>
      <vt:lpstr>PowerPoint 演示文稿</vt:lpstr>
      <vt:lpstr>PowerPoint 演示文稿</vt:lpstr>
      <vt:lpstr>Kawase入路解剖数据</vt:lpstr>
      <vt:lpstr>关键结构测量数据</vt:lpstr>
      <vt:lpstr>角度与距离数据</vt:lpstr>
      <vt:lpstr>变异情况数据</vt:lpstr>
      <vt:lpstr>Kawase入路临床意义</vt:lpstr>
      <vt:lpstr>提高手术安全性</vt:lpstr>
      <vt:lpstr>改善患者预后</vt:lpstr>
      <vt:lpstr>临床研究价值</vt:lpstr>
      <vt:lpstr>Kawase入路临床应用要点</vt:lpstr>
      <vt:lpstr>适用疾病类型</vt:lpstr>
      <vt:lpstr>手术操作步骤</vt:lpstr>
      <vt:lpstr>术后并发症预防及处理</vt:lpstr>
      <vt:lpstr>典型病例汇报</vt:lpstr>
      <vt:lpstr>PowerPoint 演示文稿</vt:lpstr>
      <vt:lpstr>PowerPoint 演示文稿</vt:lpstr>
      <vt:lpstr>PowerPoint 演示文稿</vt:lpstr>
      <vt:lpstr>PowerPoint 演示文稿</vt:lpstr>
      <vt:lpstr>手术过程</vt:lpstr>
      <vt:lpstr>PowerPoint 演示文稿</vt:lpstr>
      <vt:lpstr>PowerPoint 演示文稿</vt:lpstr>
      <vt:lpstr>小结</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Kawase入路解剖及临床应用</dc:title>
  <dc:creator/>
  <cp:lastModifiedBy>Administrator</cp:lastModifiedBy>
  <cp:revision>26</cp:revision>
  <dcterms:created xsi:type="dcterms:W3CDTF">2025-12-16T01:28:00Z</dcterms:created>
  <dcterms:modified xsi:type="dcterms:W3CDTF">2026-09-14T03:24:13Z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6F4B521B9E1543E7A3FA06EB8188134E</vt:lpwstr>
  </property>
  <property fmtid="{D5CDD505-2E9C-101B-9397-08002B2CF9AE}" pid="4" name="KSOTemplateUUID">
    <vt:lpwstr>v1.0_ai_69796649258</vt:lpwstr>
  </property>
</Properties>
</file>