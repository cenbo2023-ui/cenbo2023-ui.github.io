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1.svg" ContentType="image/svg+xml"/>
  <Override PartName="/ppt/media/image23.svg" ContentType="image/svg+xml"/>
  <Override PartName="/ppt/media/image25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326" r:id="rId4"/>
    <p:sldId id="264" r:id="rId5"/>
    <p:sldId id="265" r:id="rId6"/>
    <p:sldId id="266" r:id="rId8"/>
    <p:sldId id="270" r:id="rId9"/>
    <p:sldId id="269" r:id="rId10"/>
    <p:sldId id="273" r:id="rId11"/>
    <p:sldId id="274" r:id="rId12"/>
    <p:sldId id="276" r:id="rId13"/>
    <p:sldId id="304" r:id="rId14"/>
    <p:sldId id="291" r:id="rId15"/>
    <p:sldId id="292" r:id="rId16"/>
    <p:sldId id="293" r:id="rId17"/>
    <p:sldId id="294" r:id="rId18"/>
    <p:sldId id="295" r:id="rId19"/>
    <p:sldId id="397" r:id="rId20"/>
    <p:sldId id="296" r:id="rId21"/>
    <p:sldId id="400" r:id="rId22"/>
    <p:sldId id="297" r:id="rId23"/>
    <p:sldId id="298" r:id="rId24"/>
    <p:sldId id="358" r:id="rId25"/>
    <p:sldId id="299" r:id="rId26"/>
    <p:sldId id="401" r:id="rId27"/>
    <p:sldId id="300" r:id="rId28"/>
    <p:sldId id="301" r:id="rId29"/>
    <p:sldId id="302" r:id="rId30"/>
    <p:sldId id="359" r:id="rId31"/>
    <p:sldId id="303" r:id="rId32"/>
    <p:sldId id="398" r:id="rId33"/>
    <p:sldId id="305" r:id="rId34"/>
    <p:sldId id="306" r:id="rId35"/>
    <p:sldId id="307" r:id="rId36"/>
    <p:sldId id="308" r:id="rId37"/>
    <p:sldId id="309" r:id="rId38"/>
    <p:sldId id="310" r:id="rId39"/>
    <p:sldId id="399" r:id="rId40"/>
    <p:sldId id="280" r:id="rId41"/>
    <p:sldId id="327" r:id="rId42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473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7" Type="http://schemas.openxmlformats.org/officeDocument/2006/relationships/tags" Target="../tags/tag118.xml"/><Relationship Id="rId56" Type="http://schemas.openxmlformats.org/officeDocument/2006/relationships/tags" Target="../tags/tag117.xml"/><Relationship Id="rId55" Type="http://schemas.openxmlformats.org/officeDocument/2006/relationships/tags" Target="../tags/tag116.xml"/><Relationship Id="rId54" Type="http://schemas.openxmlformats.org/officeDocument/2006/relationships/tags" Target="../tags/tag115.xml"/><Relationship Id="rId53" Type="http://schemas.openxmlformats.org/officeDocument/2006/relationships/tags" Target="../tags/tag114.xml"/><Relationship Id="rId52" Type="http://schemas.openxmlformats.org/officeDocument/2006/relationships/tags" Target="../tags/tag113.xml"/><Relationship Id="rId51" Type="http://schemas.openxmlformats.org/officeDocument/2006/relationships/tags" Target="../tags/tag112.xml"/><Relationship Id="rId50" Type="http://schemas.openxmlformats.org/officeDocument/2006/relationships/tags" Target="../tags/tag111.xml"/><Relationship Id="rId5" Type="http://schemas.openxmlformats.org/officeDocument/2006/relationships/tags" Target="../tags/tag66.xml"/><Relationship Id="rId49" Type="http://schemas.openxmlformats.org/officeDocument/2006/relationships/tags" Target="../tags/tag110.xml"/><Relationship Id="rId48" Type="http://schemas.openxmlformats.org/officeDocument/2006/relationships/tags" Target="../tags/tag109.xml"/><Relationship Id="rId47" Type="http://schemas.openxmlformats.org/officeDocument/2006/relationships/tags" Target="../tags/tag108.xml"/><Relationship Id="rId46" Type="http://schemas.openxmlformats.org/officeDocument/2006/relationships/tags" Target="../tags/tag107.xml"/><Relationship Id="rId45" Type="http://schemas.openxmlformats.org/officeDocument/2006/relationships/tags" Target="../tags/tag106.xml"/><Relationship Id="rId44" Type="http://schemas.openxmlformats.org/officeDocument/2006/relationships/tags" Target="../tags/tag105.xml"/><Relationship Id="rId43" Type="http://schemas.openxmlformats.org/officeDocument/2006/relationships/tags" Target="../tags/tag104.xml"/><Relationship Id="rId42" Type="http://schemas.openxmlformats.org/officeDocument/2006/relationships/tags" Target="../tags/tag103.xml"/><Relationship Id="rId41" Type="http://schemas.openxmlformats.org/officeDocument/2006/relationships/tags" Target="../tags/tag102.xml"/><Relationship Id="rId40" Type="http://schemas.openxmlformats.org/officeDocument/2006/relationships/tags" Target="../tags/tag101.xml"/><Relationship Id="rId4" Type="http://schemas.openxmlformats.org/officeDocument/2006/relationships/tags" Target="../tags/tag65.xml"/><Relationship Id="rId39" Type="http://schemas.openxmlformats.org/officeDocument/2006/relationships/tags" Target="../tags/tag100.xml"/><Relationship Id="rId38" Type="http://schemas.openxmlformats.org/officeDocument/2006/relationships/tags" Target="../tags/tag99.xml"/><Relationship Id="rId37" Type="http://schemas.openxmlformats.org/officeDocument/2006/relationships/tags" Target="../tags/tag98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tags" Target="../tags/tag92.xml"/><Relationship Id="rId30" Type="http://schemas.openxmlformats.org/officeDocument/2006/relationships/tags" Target="../tags/tag91.xml"/><Relationship Id="rId3" Type="http://schemas.openxmlformats.org/officeDocument/2006/relationships/tags" Target="../tags/tag64.xml"/><Relationship Id="rId29" Type="http://schemas.openxmlformats.org/officeDocument/2006/relationships/tags" Target="../tags/tag90.xml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3" Type="http://schemas.openxmlformats.org/officeDocument/2006/relationships/tags" Target="../tags/tag155.xml"/><Relationship Id="rId32" Type="http://schemas.openxmlformats.org/officeDocument/2006/relationships/tags" Target="../tags/tag154.xml"/><Relationship Id="rId31" Type="http://schemas.openxmlformats.org/officeDocument/2006/relationships/tags" Target="../tags/tag153.xml"/><Relationship Id="rId30" Type="http://schemas.openxmlformats.org/officeDocument/2006/relationships/tags" Target="../tags/tag152.xml"/><Relationship Id="rId3" Type="http://schemas.openxmlformats.org/officeDocument/2006/relationships/tags" Target="../tags/tag125.xml"/><Relationship Id="rId29" Type="http://schemas.openxmlformats.org/officeDocument/2006/relationships/tags" Target="../tags/tag151.xml"/><Relationship Id="rId28" Type="http://schemas.openxmlformats.org/officeDocument/2006/relationships/tags" Target="../tags/tag150.xml"/><Relationship Id="rId27" Type="http://schemas.openxmlformats.org/officeDocument/2006/relationships/tags" Target="../tags/tag149.xml"/><Relationship Id="rId26" Type="http://schemas.openxmlformats.org/officeDocument/2006/relationships/tags" Target="../tags/tag148.xml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24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8" Type="http://schemas.openxmlformats.org/officeDocument/2006/relationships/tags" Target="../tags/tag202.xml"/><Relationship Id="rId47" Type="http://schemas.openxmlformats.org/officeDocument/2006/relationships/tags" Target="../tags/tag201.xml"/><Relationship Id="rId46" Type="http://schemas.openxmlformats.org/officeDocument/2006/relationships/tags" Target="../tags/tag200.xml"/><Relationship Id="rId45" Type="http://schemas.openxmlformats.org/officeDocument/2006/relationships/tags" Target="../tags/tag199.xml"/><Relationship Id="rId44" Type="http://schemas.openxmlformats.org/officeDocument/2006/relationships/tags" Target="../tags/tag198.xml"/><Relationship Id="rId43" Type="http://schemas.openxmlformats.org/officeDocument/2006/relationships/tags" Target="../tags/tag197.xml"/><Relationship Id="rId42" Type="http://schemas.openxmlformats.org/officeDocument/2006/relationships/tags" Target="../tags/tag196.xml"/><Relationship Id="rId41" Type="http://schemas.openxmlformats.org/officeDocument/2006/relationships/tags" Target="../tags/tag195.xml"/><Relationship Id="rId40" Type="http://schemas.openxmlformats.org/officeDocument/2006/relationships/tags" Target="../tags/tag194.xml"/><Relationship Id="rId4" Type="http://schemas.openxmlformats.org/officeDocument/2006/relationships/tags" Target="../tags/tag158.xml"/><Relationship Id="rId39" Type="http://schemas.openxmlformats.org/officeDocument/2006/relationships/tags" Target="../tags/tag193.xml"/><Relationship Id="rId38" Type="http://schemas.openxmlformats.org/officeDocument/2006/relationships/tags" Target="../tags/tag192.xml"/><Relationship Id="rId37" Type="http://schemas.openxmlformats.org/officeDocument/2006/relationships/tags" Target="../tags/tag191.xml"/><Relationship Id="rId36" Type="http://schemas.openxmlformats.org/officeDocument/2006/relationships/tags" Target="../tags/tag190.xml"/><Relationship Id="rId35" Type="http://schemas.openxmlformats.org/officeDocument/2006/relationships/tags" Target="../tags/tag189.xml"/><Relationship Id="rId34" Type="http://schemas.openxmlformats.org/officeDocument/2006/relationships/tags" Target="../tags/tag188.xml"/><Relationship Id="rId33" Type="http://schemas.openxmlformats.org/officeDocument/2006/relationships/tags" Target="../tags/tag187.xml"/><Relationship Id="rId32" Type="http://schemas.openxmlformats.org/officeDocument/2006/relationships/tags" Target="../tags/tag186.xml"/><Relationship Id="rId31" Type="http://schemas.openxmlformats.org/officeDocument/2006/relationships/tags" Target="../tags/tag185.xml"/><Relationship Id="rId30" Type="http://schemas.openxmlformats.org/officeDocument/2006/relationships/tags" Target="../tags/tag184.xml"/><Relationship Id="rId3" Type="http://schemas.openxmlformats.org/officeDocument/2006/relationships/tags" Target="../tags/tag157.xml"/><Relationship Id="rId29" Type="http://schemas.openxmlformats.org/officeDocument/2006/relationships/tags" Target="../tags/tag183.xml"/><Relationship Id="rId28" Type="http://schemas.openxmlformats.org/officeDocument/2006/relationships/tags" Target="../tags/tag182.xml"/><Relationship Id="rId27" Type="http://schemas.openxmlformats.org/officeDocument/2006/relationships/tags" Target="../tags/tag181.xml"/><Relationship Id="rId26" Type="http://schemas.openxmlformats.org/officeDocument/2006/relationships/tags" Target="../tags/tag180.xml"/><Relationship Id="rId25" Type="http://schemas.openxmlformats.org/officeDocument/2006/relationships/tags" Target="../tags/tag179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6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5" Type="http://schemas.openxmlformats.org/officeDocument/2006/relationships/tags" Target="../tags/tag237.xml"/><Relationship Id="rId14" Type="http://schemas.openxmlformats.org/officeDocument/2006/relationships/tags" Target="../tags/tag236.xml"/><Relationship Id="rId13" Type="http://schemas.openxmlformats.org/officeDocument/2006/relationships/tags" Target="../tags/tag235.xml"/><Relationship Id="rId12" Type="http://schemas.openxmlformats.org/officeDocument/2006/relationships/tags" Target="../tags/tag234.xml"/><Relationship Id="rId11" Type="http://schemas.openxmlformats.org/officeDocument/2006/relationships/tags" Target="../tags/tag233.xml"/><Relationship Id="rId10" Type="http://schemas.openxmlformats.org/officeDocument/2006/relationships/tags" Target="../tags/tag23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7" Type="http://schemas.openxmlformats.org/officeDocument/2006/relationships/tags" Target="../tags/tag298.xml"/><Relationship Id="rId56" Type="http://schemas.openxmlformats.org/officeDocument/2006/relationships/tags" Target="../tags/tag297.xml"/><Relationship Id="rId55" Type="http://schemas.openxmlformats.org/officeDocument/2006/relationships/tags" Target="../tags/tag296.xml"/><Relationship Id="rId54" Type="http://schemas.openxmlformats.org/officeDocument/2006/relationships/tags" Target="../tags/tag295.xml"/><Relationship Id="rId53" Type="http://schemas.openxmlformats.org/officeDocument/2006/relationships/tags" Target="../tags/tag294.xml"/><Relationship Id="rId52" Type="http://schemas.openxmlformats.org/officeDocument/2006/relationships/tags" Target="../tags/tag293.xml"/><Relationship Id="rId51" Type="http://schemas.openxmlformats.org/officeDocument/2006/relationships/tags" Target="../tags/tag292.xml"/><Relationship Id="rId50" Type="http://schemas.openxmlformats.org/officeDocument/2006/relationships/tags" Target="../tags/tag291.xml"/><Relationship Id="rId5" Type="http://schemas.openxmlformats.org/officeDocument/2006/relationships/tags" Target="../tags/tag246.xml"/><Relationship Id="rId49" Type="http://schemas.openxmlformats.org/officeDocument/2006/relationships/tags" Target="../tags/tag290.xml"/><Relationship Id="rId48" Type="http://schemas.openxmlformats.org/officeDocument/2006/relationships/tags" Target="../tags/tag289.xml"/><Relationship Id="rId47" Type="http://schemas.openxmlformats.org/officeDocument/2006/relationships/tags" Target="../tags/tag288.xml"/><Relationship Id="rId46" Type="http://schemas.openxmlformats.org/officeDocument/2006/relationships/tags" Target="../tags/tag287.xml"/><Relationship Id="rId45" Type="http://schemas.openxmlformats.org/officeDocument/2006/relationships/tags" Target="../tags/tag286.xml"/><Relationship Id="rId44" Type="http://schemas.openxmlformats.org/officeDocument/2006/relationships/tags" Target="../tags/tag285.xml"/><Relationship Id="rId43" Type="http://schemas.openxmlformats.org/officeDocument/2006/relationships/tags" Target="../tags/tag284.xml"/><Relationship Id="rId42" Type="http://schemas.openxmlformats.org/officeDocument/2006/relationships/tags" Target="../tags/tag283.xml"/><Relationship Id="rId41" Type="http://schemas.openxmlformats.org/officeDocument/2006/relationships/tags" Target="../tags/tag282.xml"/><Relationship Id="rId40" Type="http://schemas.openxmlformats.org/officeDocument/2006/relationships/tags" Target="../tags/tag281.xml"/><Relationship Id="rId4" Type="http://schemas.openxmlformats.org/officeDocument/2006/relationships/tags" Target="../tags/tag245.xml"/><Relationship Id="rId39" Type="http://schemas.openxmlformats.org/officeDocument/2006/relationships/tags" Target="../tags/tag280.xml"/><Relationship Id="rId38" Type="http://schemas.openxmlformats.org/officeDocument/2006/relationships/tags" Target="../tags/tag279.xml"/><Relationship Id="rId37" Type="http://schemas.openxmlformats.org/officeDocument/2006/relationships/tags" Target="../tags/tag278.xml"/><Relationship Id="rId36" Type="http://schemas.openxmlformats.org/officeDocument/2006/relationships/tags" Target="../tags/tag277.xml"/><Relationship Id="rId35" Type="http://schemas.openxmlformats.org/officeDocument/2006/relationships/tags" Target="../tags/tag276.xml"/><Relationship Id="rId34" Type="http://schemas.openxmlformats.org/officeDocument/2006/relationships/tags" Target="../tags/tag275.xml"/><Relationship Id="rId33" Type="http://schemas.openxmlformats.org/officeDocument/2006/relationships/tags" Target="../tags/tag274.xml"/><Relationship Id="rId32" Type="http://schemas.openxmlformats.org/officeDocument/2006/relationships/tags" Target="../tags/tag273.xml"/><Relationship Id="rId31" Type="http://schemas.openxmlformats.org/officeDocument/2006/relationships/tags" Target="../tags/tag272.xml"/><Relationship Id="rId30" Type="http://schemas.openxmlformats.org/officeDocument/2006/relationships/tags" Target="../tags/tag271.xml"/><Relationship Id="rId3" Type="http://schemas.openxmlformats.org/officeDocument/2006/relationships/tags" Target="../tags/tag244.xml"/><Relationship Id="rId29" Type="http://schemas.openxmlformats.org/officeDocument/2006/relationships/tags" Target="../tags/tag270.xml"/><Relationship Id="rId28" Type="http://schemas.openxmlformats.org/officeDocument/2006/relationships/tags" Target="../tags/tag269.xml"/><Relationship Id="rId27" Type="http://schemas.openxmlformats.org/officeDocument/2006/relationships/tags" Target="../tags/tag268.xml"/><Relationship Id="rId26" Type="http://schemas.openxmlformats.org/officeDocument/2006/relationships/tags" Target="../tags/tag267.xml"/><Relationship Id="rId25" Type="http://schemas.openxmlformats.org/officeDocument/2006/relationships/tags" Target="../tags/tag266.xml"/><Relationship Id="rId24" Type="http://schemas.openxmlformats.org/officeDocument/2006/relationships/tags" Target="../tags/tag265.xml"/><Relationship Id="rId23" Type="http://schemas.openxmlformats.org/officeDocument/2006/relationships/tags" Target="../tags/tag264.xml"/><Relationship Id="rId22" Type="http://schemas.openxmlformats.org/officeDocument/2006/relationships/tags" Target="../tags/tag263.xml"/><Relationship Id="rId21" Type="http://schemas.openxmlformats.org/officeDocument/2006/relationships/tags" Target="../tags/tag262.xml"/><Relationship Id="rId20" Type="http://schemas.openxmlformats.org/officeDocument/2006/relationships/tags" Target="../tags/tag261.xml"/><Relationship Id="rId2" Type="http://schemas.openxmlformats.org/officeDocument/2006/relationships/tags" Target="../tags/tag243.xml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49-2186&amp;734" descr="preencoded.png"/>
          <p:cNvSpPr/>
          <p:nvPr userDrawn="1">
            <p:custDataLst>
              <p:tags r:id="rId2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Ellipse 37-2186&amp;742" descr="preencoded.png"/>
          <p:cNvSpPr/>
          <p:nvPr>
            <p:custDataLst>
              <p:tags r:id="rId3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9" name="任意多边形: 形状 78" descr="preencoded.png"/>
          <p:cNvSpPr/>
          <p:nvPr>
            <p:custDataLst>
              <p:tags r:id="rId4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5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6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7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8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>
            <p:custDataLst>
              <p:tags r:id="rId9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10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>
            <p:custDataLst>
              <p:tags r:id="rId11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>
            <p:custDataLst>
              <p:tags r:id="rId12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>
            <p:custDataLst>
              <p:tags r:id="rId13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14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15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16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>
            <p:custDataLst>
              <p:tags r:id="rId17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>
            <p:custDataLst>
              <p:tags r:id="rId18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19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>
            <p:custDataLst>
              <p:tags r:id="rId20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>
            <p:custDataLst>
              <p:tags r:id="rId21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22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23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>
            <p:custDataLst>
              <p:tags r:id="rId24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>
            <p:custDataLst>
              <p:tags r:id="rId25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>
            <p:custDataLst>
              <p:tags r:id="rId26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>
            <p:custDataLst>
              <p:tags r:id="rId27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>
            <p:custDataLst>
              <p:tags r:id="rId28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9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30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31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32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33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>
            <p:custDataLst>
              <p:tags r:id="rId34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35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>
            <p:custDataLst>
              <p:tags r:id="rId36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37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38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39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40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>
            <p:custDataLst>
              <p:tags r:id="rId41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>
            <p:custDataLst>
              <p:tags r:id="rId42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>
            <p:custDataLst>
              <p:tags r:id="rId43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44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>
            <p:custDataLst>
              <p:tags r:id="rId45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>
            <p:custDataLst>
              <p:tags r:id="rId46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>
            <p:custDataLst>
              <p:tags r:id="rId47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>
            <p:custDataLst>
              <p:tags r:id="rId48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>
            <p:custDataLst>
              <p:tags r:id="rId49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>
            <p:custDataLst>
              <p:tags r:id="rId50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>
            <p:custDataLst>
              <p:tags r:id="rId51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>
            <p:custDataLst>
              <p:tags r:id="rId52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53"/>
            </p:custDataLst>
          </p:nvPr>
        </p:nvSpPr>
        <p:spPr>
          <a:xfrm>
            <a:off x="838200" y="1760525"/>
            <a:ext cx="6106453" cy="228379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7"/>
            </p:custDataLst>
          </p:nvPr>
        </p:nvSpPr>
        <p:spPr>
          <a:xfrm>
            <a:off x="842190" y="5721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任意多边形: 形状 44" descr="preencoded.png"/>
          <p:cNvSpPr/>
          <p:nvPr>
            <p:custDataLst>
              <p:tags r:id="rId2"/>
            </p:custDataLst>
          </p:nvPr>
        </p:nvSpPr>
        <p:spPr>
          <a:xfrm>
            <a:off x="10195560" y="5979504"/>
            <a:ext cx="1892808" cy="878496"/>
          </a:xfrm>
          <a:custGeom>
            <a:avLst/>
            <a:gdLst>
              <a:gd name="connsiteX0" fmla="*/ 946404 w 1892808"/>
              <a:gd name="connsiteY0" fmla="*/ 0 h 878496"/>
              <a:gd name="connsiteX1" fmla="*/ 1308578 w 1892808"/>
              <a:gd name="connsiteY1" fmla="*/ 66872 h 878496"/>
              <a:gd name="connsiteX2" fmla="*/ 1615607 w 1892808"/>
              <a:gd name="connsiteY2" fmla="*/ 257306 h 878496"/>
              <a:gd name="connsiteX3" fmla="*/ 1820767 w 1892808"/>
              <a:gd name="connsiteY3" fmla="*/ 542310 h 878496"/>
              <a:gd name="connsiteX4" fmla="*/ 1892808 w 1892808"/>
              <a:gd name="connsiteY4" fmla="*/ 878496 h 878496"/>
              <a:gd name="connsiteX5" fmla="*/ 946404 w 1892808"/>
              <a:gd name="connsiteY5" fmla="*/ 878496 h 878496"/>
              <a:gd name="connsiteX6" fmla="*/ 0 w 1892808"/>
              <a:gd name="connsiteY6" fmla="*/ 878496 h 878496"/>
              <a:gd name="connsiteX7" fmla="*/ 72041 w 1892808"/>
              <a:gd name="connsiteY7" fmla="*/ 542310 h 878496"/>
              <a:gd name="connsiteX8" fmla="*/ 277195 w 1892808"/>
              <a:gd name="connsiteY8" fmla="*/ 257306 h 878496"/>
              <a:gd name="connsiteX9" fmla="*/ 584231 w 1892808"/>
              <a:gd name="connsiteY9" fmla="*/ 66872 h 878496"/>
              <a:gd name="connsiteX10" fmla="*/ 946404 w 1892808"/>
              <a:gd name="connsiteY10" fmla="*/ 0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808" h="878496">
                <a:moveTo>
                  <a:pt x="946404" y="0"/>
                </a:move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lnTo>
                  <a:pt x="946404" y="878496"/>
                </a:ln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0" name="任意多边形: 形状 39" descr="preencoded.png"/>
          <p:cNvSpPr/>
          <p:nvPr>
            <p:custDataLst>
              <p:tags r:id="rId6"/>
            </p:custDataLst>
          </p:nvPr>
        </p:nvSpPr>
        <p:spPr>
          <a:xfrm>
            <a:off x="9072434" y="0"/>
            <a:ext cx="3119566" cy="4866702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椭圆 31"/>
          <p:cNvSpPr/>
          <p:nvPr userDrawn="1">
            <p:custDataLst>
              <p:tags r:id="rId7"/>
            </p:custDataLst>
          </p:nvPr>
        </p:nvSpPr>
        <p:spPr>
          <a:xfrm rot="5400000">
            <a:off x="11796395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 userDrawn="1">
            <p:custDataLst>
              <p:tags r:id="rId8"/>
            </p:custDataLst>
          </p:nvPr>
        </p:nvSpPr>
        <p:spPr>
          <a:xfrm rot="5400000">
            <a:off x="11804015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>
            <p:custDataLst>
              <p:tags r:id="rId9"/>
            </p:custDataLst>
          </p:nvPr>
        </p:nvSpPr>
        <p:spPr>
          <a:xfrm rot="5400000">
            <a:off x="11811635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 userDrawn="1">
            <p:custDataLst>
              <p:tags r:id="rId10"/>
            </p:custDataLst>
          </p:nvPr>
        </p:nvSpPr>
        <p:spPr>
          <a:xfrm rot="5400000">
            <a:off x="11804015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 userDrawn="1">
            <p:custDataLst>
              <p:tags r:id="rId11"/>
            </p:custDataLst>
          </p:nvPr>
        </p:nvSpPr>
        <p:spPr>
          <a:xfrm rot="5400000">
            <a:off x="11811635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 userDrawn="1">
            <p:custDataLst>
              <p:tags r:id="rId12"/>
            </p:custDataLst>
          </p:nvPr>
        </p:nvSpPr>
        <p:spPr>
          <a:xfrm rot="5400000">
            <a:off x="11796395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13"/>
            </p:custDataLst>
          </p:nvPr>
        </p:nvSpPr>
        <p:spPr>
          <a:xfrm rot="5400000">
            <a:off x="11417300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14"/>
            </p:custDataLst>
          </p:nvPr>
        </p:nvSpPr>
        <p:spPr>
          <a:xfrm rot="5400000">
            <a:off x="11424920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15"/>
            </p:custDataLst>
          </p:nvPr>
        </p:nvSpPr>
        <p:spPr>
          <a:xfrm rot="5400000">
            <a:off x="11432540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 userDrawn="1">
            <p:custDataLst>
              <p:tags r:id="rId16"/>
            </p:custDataLst>
          </p:nvPr>
        </p:nvSpPr>
        <p:spPr>
          <a:xfrm rot="5400000">
            <a:off x="11424920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>
            <p:custDataLst>
              <p:tags r:id="rId17"/>
            </p:custDataLst>
          </p:nvPr>
        </p:nvSpPr>
        <p:spPr>
          <a:xfrm rot="5400000">
            <a:off x="11432540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 userDrawn="1">
            <p:custDataLst>
              <p:tags r:id="rId18"/>
            </p:custDataLst>
          </p:nvPr>
        </p:nvSpPr>
        <p:spPr>
          <a:xfrm rot="5400000">
            <a:off x="11417300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 userDrawn="1">
            <p:custDataLst>
              <p:tags r:id="rId19"/>
            </p:custDataLst>
          </p:nvPr>
        </p:nvSpPr>
        <p:spPr>
          <a:xfrm rot="5400000">
            <a:off x="11038205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>
            <p:custDataLst>
              <p:tags r:id="rId20"/>
            </p:custDataLst>
          </p:nvPr>
        </p:nvSpPr>
        <p:spPr>
          <a:xfrm rot="5400000">
            <a:off x="11045825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>
            <p:custDataLst>
              <p:tags r:id="rId21"/>
            </p:custDataLst>
          </p:nvPr>
        </p:nvSpPr>
        <p:spPr>
          <a:xfrm rot="5400000">
            <a:off x="11053445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>
            <p:custDataLst>
              <p:tags r:id="rId22"/>
            </p:custDataLst>
          </p:nvPr>
        </p:nvSpPr>
        <p:spPr>
          <a:xfrm rot="5400000">
            <a:off x="11045825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>
            <p:custDataLst>
              <p:tags r:id="rId23"/>
            </p:custDataLst>
          </p:nvPr>
        </p:nvSpPr>
        <p:spPr>
          <a:xfrm rot="5400000">
            <a:off x="11053445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>
            <p:custDataLst>
              <p:tags r:id="rId24"/>
            </p:custDataLst>
          </p:nvPr>
        </p:nvSpPr>
        <p:spPr>
          <a:xfrm rot="5400000">
            <a:off x="11038205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25"/>
            </p:custDataLst>
          </p:nvPr>
        </p:nvSpPr>
        <p:spPr>
          <a:xfrm rot="5400000">
            <a:off x="10659110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26"/>
            </p:custDataLst>
          </p:nvPr>
        </p:nvSpPr>
        <p:spPr>
          <a:xfrm rot="5400000">
            <a:off x="10666730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>
            <p:custDataLst>
              <p:tags r:id="rId27"/>
            </p:custDataLst>
          </p:nvPr>
        </p:nvSpPr>
        <p:spPr>
          <a:xfrm rot="5400000">
            <a:off x="10674350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28"/>
            </p:custDataLst>
          </p:nvPr>
        </p:nvSpPr>
        <p:spPr>
          <a:xfrm rot="5400000">
            <a:off x="10666730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29"/>
            </p:custDataLst>
          </p:nvPr>
        </p:nvSpPr>
        <p:spPr>
          <a:xfrm rot="5400000">
            <a:off x="10674350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>
            <p:custDataLst>
              <p:tags r:id="rId30"/>
            </p:custDataLst>
          </p:nvPr>
        </p:nvSpPr>
        <p:spPr>
          <a:xfrm rot="5400000">
            <a:off x="10659110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 userDrawn="1">
            <p:custDataLst>
              <p:tags r:id="rId31"/>
            </p:custDataLst>
          </p:nvPr>
        </p:nvSpPr>
        <p:spPr>
          <a:xfrm>
            <a:off x="7772400" y="2632800"/>
            <a:ext cx="3374136" cy="422520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864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43" name="Intersect-2186&amp;721" descr="preencoded.png"/>
          <p:cNvSpPr/>
          <p:nvPr>
            <p:custDataLst>
              <p:tags r:id="rId32"/>
            </p:custDataLst>
          </p:nvPr>
        </p:nvSpPr>
        <p:spPr>
          <a:xfrm>
            <a:off x="8925759" y="2550549"/>
            <a:ext cx="2342371" cy="2450196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3"/>
            </p:custDataLst>
          </p:nvPr>
        </p:nvSpPr>
        <p:spPr>
          <a:xfrm>
            <a:off x="10096945" y="547285"/>
            <a:ext cx="1164336" cy="2285999"/>
          </a:xfrm>
        </p:spPr>
        <p:txBody>
          <a:bodyPr vert="eaVert" wrap="square" anchor="ctr">
            <a:normAutofit/>
          </a:bodyPr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Ellipse 37-2186&amp;687" descr="preencoded.png"/>
          <p:cNvSpPr/>
          <p:nvPr userDrawn="1">
            <p:custDataLst>
              <p:tags r:id="rId2"/>
            </p:custDataLst>
          </p:nvPr>
        </p:nvSpPr>
        <p:spPr>
          <a:xfrm>
            <a:off x="1463040" y="6091732"/>
            <a:ext cx="1649831" cy="766268"/>
          </a:xfrm>
          <a:custGeom>
            <a:avLst/>
            <a:gdLst>
              <a:gd name="connsiteX0" fmla="*/ 0 w 1892808"/>
              <a:gd name="connsiteY0" fmla="*/ 879119 h 879119"/>
              <a:gd name="connsiteX1" fmla="*/ 72041 w 1892808"/>
              <a:gd name="connsiteY1" fmla="*/ 542695 h 879119"/>
              <a:gd name="connsiteX2" fmla="*/ 277195 w 1892808"/>
              <a:gd name="connsiteY2" fmla="*/ 257488 h 879119"/>
              <a:gd name="connsiteX3" fmla="*/ 584231 w 1892808"/>
              <a:gd name="connsiteY3" fmla="*/ 66919 h 879119"/>
              <a:gd name="connsiteX4" fmla="*/ 946404 w 1892808"/>
              <a:gd name="connsiteY4" fmla="*/ 0 h 879119"/>
              <a:gd name="connsiteX5" fmla="*/ 1308578 w 1892808"/>
              <a:gd name="connsiteY5" fmla="*/ 66919 h 879119"/>
              <a:gd name="connsiteX6" fmla="*/ 1615607 w 1892808"/>
              <a:gd name="connsiteY6" fmla="*/ 257488 h 879119"/>
              <a:gd name="connsiteX7" fmla="*/ 1820767 w 1892808"/>
              <a:gd name="connsiteY7" fmla="*/ 542695 h 879119"/>
              <a:gd name="connsiteX8" fmla="*/ 1892808 w 1892808"/>
              <a:gd name="connsiteY8" fmla="*/ 879119 h 879119"/>
              <a:gd name="connsiteX9" fmla="*/ 946404 w 1892808"/>
              <a:gd name="connsiteY9" fmla="*/ 879119 h 87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9119">
                <a:moveTo>
                  <a:pt x="0" y="879119"/>
                </a:moveTo>
                <a:cubicBezTo>
                  <a:pt x="0" y="763671"/>
                  <a:pt x="24479" y="649354"/>
                  <a:pt x="72041" y="542695"/>
                </a:cubicBezTo>
                <a:cubicBezTo>
                  <a:pt x="119602" y="436036"/>
                  <a:pt x="189314" y="339121"/>
                  <a:pt x="277195" y="257488"/>
                </a:cubicBezTo>
                <a:cubicBezTo>
                  <a:pt x="365077" y="175854"/>
                  <a:pt x="469408" y="111099"/>
                  <a:pt x="584231" y="66919"/>
                </a:cubicBezTo>
                <a:cubicBezTo>
                  <a:pt x="699053" y="22739"/>
                  <a:pt x="822120" y="0"/>
                  <a:pt x="946404" y="0"/>
                </a:cubicBezTo>
                <a:cubicBezTo>
                  <a:pt x="1070688" y="0"/>
                  <a:pt x="1193755" y="22739"/>
                  <a:pt x="1308578" y="66919"/>
                </a:cubicBezTo>
                <a:cubicBezTo>
                  <a:pt x="1423404" y="111099"/>
                  <a:pt x="1527725" y="175854"/>
                  <a:pt x="1615607" y="257488"/>
                </a:cubicBezTo>
                <a:cubicBezTo>
                  <a:pt x="1703489" y="339123"/>
                  <a:pt x="1773206" y="436036"/>
                  <a:pt x="1820767" y="542695"/>
                </a:cubicBezTo>
                <a:cubicBezTo>
                  <a:pt x="1868329" y="649354"/>
                  <a:pt x="1892808" y="763671"/>
                  <a:pt x="1892808" y="879119"/>
                </a:cubicBezTo>
                <a:lnTo>
                  <a:pt x="946404" y="879119"/>
                </a:ln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60" name="任意多边形: 形状 59" descr="preencoded.png"/>
          <p:cNvSpPr/>
          <p:nvPr userDrawn="1">
            <p:custDataLst>
              <p:tags r:id="rId3"/>
            </p:custDataLst>
          </p:nvPr>
        </p:nvSpPr>
        <p:spPr>
          <a:xfrm>
            <a:off x="10616093" y="0"/>
            <a:ext cx="1575907" cy="621793"/>
          </a:xfrm>
          <a:custGeom>
            <a:avLst/>
            <a:gdLst>
              <a:gd name="connsiteX0" fmla="*/ 0 w 1575907"/>
              <a:gd name="connsiteY0" fmla="*/ 0 h 621793"/>
              <a:gd name="connsiteX1" fmla="*/ 1575907 w 1575907"/>
              <a:gd name="connsiteY1" fmla="*/ 0 h 621793"/>
              <a:gd name="connsiteX2" fmla="*/ 1575907 w 1575907"/>
              <a:gd name="connsiteY2" fmla="*/ 354873 h 621793"/>
              <a:gd name="connsiteX3" fmla="*/ 1568328 w 1575907"/>
              <a:gd name="connsiteY3" fmla="*/ 363481 h 621793"/>
              <a:gd name="connsiteX4" fmla="*/ 1261382 w 1575907"/>
              <a:gd name="connsiteY4" fmla="*/ 554659 h 621793"/>
              <a:gd name="connsiteX5" fmla="*/ 899305 w 1575907"/>
              <a:gd name="connsiteY5" fmla="*/ 621793 h 621793"/>
              <a:gd name="connsiteX6" fmla="*/ 537229 w 1575907"/>
              <a:gd name="connsiteY6" fmla="*/ 554659 h 621793"/>
              <a:gd name="connsiteX7" fmla="*/ 230275 w 1575907"/>
              <a:gd name="connsiteY7" fmla="*/ 363481 h 621793"/>
              <a:gd name="connsiteX8" fmla="*/ 25176 w 1575907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5907" h="621793">
                <a:moveTo>
                  <a:pt x="0" y="0"/>
                </a:moveTo>
                <a:lnTo>
                  <a:pt x="1575907" y="0"/>
                </a:lnTo>
                <a:lnTo>
                  <a:pt x="1575907" y="354873"/>
                </a:lnTo>
                <a:lnTo>
                  <a:pt x="1568328" y="363481"/>
                </a:lnTo>
                <a:cubicBezTo>
                  <a:pt x="1480470" y="445376"/>
                  <a:pt x="1376177" y="510338"/>
                  <a:pt x="1261382" y="554659"/>
                </a:cubicBezTo>
                <a:cubicBezTo>
                  <a:pt x="1146589" y="598980"/>
                  <a:pt x="1023556" y="621793"/>
                  <a:pt x="899305" y="621793"/>
                </a:cubicBezTo>
                <a:cubicBezTo>
                  <a:pt x="775055" y="621793"/>
                  <a:pt x="652021" y="598980"/>
                  <a:pt x="537229" y="554659"/>
                </a:cubicBezTo>
                <a:cubicBezTo>
                  <a:pt x="422437" y="510338"/>
                  <a:pt x="318134" y="445376"/>
                  <a:pt x="230275" y="363481"/>
                </a:cubicBezTo>
                <a:cubicBezTo>
                  <a:pt x="142418" y="281587"/>
                  <a:pt x="72725" y="184363"/>
                  <a:pt x="25176" y="77363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椭圆 51"/>
          <p:cNvSpPr/>
          <p:nvPr userDrawn="1">
            <p:custDataLst>
              <p:tags r:id="rId4"/>
            </p:custDataLst>
          </p:nvPr>
        </p:nvSpPr>
        <p:spPr>
          <a:xfrm>
            <a:off x="1032192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>
            <p:custDataLst>
              <p:tags r:id="rId5"/>
            </p:custDataLst>
          </p:nvPr>
        </p:nvSpPr>
        <p:spPr>
          <a:xfrm>
            <a:off x="10621010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>
            <p:custDataLst>
              <p:tags r:id="rId6"/>
            </p:custDataLst>
          </p:nvPr>
        </p:nvSpPr>
        <p:spPr>
          <a:xfrm>
            <a:off x="10920095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 userDrawn="1">
            <p:custDataLst>
              <p:tags r:id="rId7"/>
            </p:custDataLst>
          </p:nvPr>
        </p:nvSpPr>
        <p:spPr>
          <a:xfrm>
            <a:off x="11218545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 userDrawn="1">
            <p:custDataLst>
              <p:tags r:id="rId8"/>
            </p:custDataLst>
          </p:nvPr>
        </p:nvSpPr>
        <p:spPr>
          <a:xfrm>
            <a:off x="11517630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>
            <p:custDataLst>
              <p:tags r:id="rId9"/>
            </p:custDataLst>
          </p:nvPr>
        </p:nvSpPr>
        <p:spPr>
          <a:xfrm>
            <a:off x="1181671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>
            <p:custDataLst>
              <p:tags r:id="rId10"/>
            </p:custDataLst>
          </p:nvPr>
        </p:nvSpPr>
        <p:spPr>
          <a:xfrm>
            <a:off x="1032192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 userDrawn="1">
            <p:custDataLst>
              <p:tags r:id="rId11"/>
            </p:custDataLst>
          </p:nvPr>
        </p:nvSpPr>
        <p:spPr>
          <a:xfrm>
            <a:off x="10621010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 userDrawn="1">
            <p:custDataLst>
              <p:tags r:id="rId12"/>
            </p:custDataLst>
          </p:nvPr>
        </p:nvSpPr>
        <p:spPr>
          <a:xfrm>
            <a:off x="10920095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 userDrawn="1">
            <p:custDataLst>
              <p:tags r:id="rId13"/>
            </p:custDataLst>
          </p:nvPr>
        </p:nvSpPr>
        <p:spPr>
          <a:xfrm>
            <a:off x="11218545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 userDrawn="1">
            <p:custDataLst>
              <p:tags r:id="rId14"/>
            </p:custDataLst>
          </p:nvPr>
        </p:nvSpPr>
        <p:spPr>
          <a:xfrm>
            <a:off x="11517630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 userDrawn="1">
            <p:custDataLst>
              <p:tags r:id="rId15"/>
            </p:custDataLst>
          </p:nvPr>
        </p:nvSpPr>
        <p:spPr>
          <a:xfrm>
            <a:off x="1181671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 userDrawn="1">
            <p:custDataLst>
              <p:tags r:id="rId16"/>
            </p:custDataLst>
          </p:nvPr>
        </p:nvSpPr>
        <p:spPr>
          <a:xfrm>
            <a:off x="1032192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 userDrawn="1">
            <p:custDataLst>
              <p:tags r:id="rId17"/>
            </p:custDataLst>
          </p:nvPr>
        </p:nvSpPr>
        <p:spPr>
          <a:xfrm>
            <a:off x="10621010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 userDrawn="1">
            <p:custDataLst>
              <p:tags r:id="rId18"/>
            </p:custDataLst>
          </p:nvPr>
        </p:nvSpPr>
        <p:spPr>
          <a:xfrm>
            <a:off x="10920095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 userDrawn="1">
            <p:custDataLst>
              <p:tags r:id="rId19"/>
            </p:custDataLst>
          </p:nvPr>
        </p:nvSpPr>
        <p:spPr>
          <a:xfrm>
            <a:off x="11218545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 userDrawn="1">
            <p:custDataLst>
              <p:tags r:id="rId20"/>
            </p:custDataLst>
          </p:nvPr>
        </p:nvSpPr>
        <p:spPr>
          <a:xfrm>
            <a:off x="11517630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 userDrawn="1">
            <p:custDataLst>
              <p:tags r:id="rId21"/>
            </p:custDataLst>
          </p:nvPr>
        </p:nvSpPr>
        <p:spPr>
          <a:xfrm>
            <a:off x="1181671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>
            <p:custDataLst>
              <p:tags r:id="rId22"/>
            </p:custDataLst>
          </p:nvPr>
        </p:nvSpPr>
        <p:spPr>
          <a:xfrm>
            <a:off x="1032192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 userDrawn="1">
            <p:custDataLst>
              <p:tags r:id="rId23"/>
            </p:custDataLst>
          </p:nvPr>
        </p:nvSpPr>
        <p:spPr>
          <a:xfrm>
            <a:off x="10621010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 userDrawn="1">
            <p:custDataLst>
              <p:tags r:id="rId24"/>
            </p:custDataLst>
          </p:nvPr>
        </p:nvSpPr>
        <p:spPr>
          <a:xfrm>
            <a:off x="10920095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 userDrawn="1">
            <p:custDataLst>
              <p:tags r:id="rId25"/>
            </p:custDataLst>
          </p:nvPr>
        </p:nvSpPr>
        <p:spPr>
          <a:xfrm>
            <a:off x="11218545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>
            <p:custDataLst>
              <p:tags r:id="rId26"/>
            </p:custDataLst>
          </p:nvPr>
        </p:nvSpPr>
        <p:spPr>
          <a:xfrm>
            <a:off x="11517630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 userDrawn="1">
            <p:custDataLst>
              <p:tags r:id="rId27"/>
            </p:custDataLst>
          </p:nvPr>
        </p:nvSpPr>
        <p:spPr>
          <a:xfrm>
            <a:off x="1181671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28"/>
            </p:custDataLst>
          </p:nvPr>
        </p:nvSpPr>
        <p:spPr>
          <a:xfrm>
            <a:off x="1032192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 userDrawn="1">
            <p:custDataLst>
              <p:tags r:id="rId29"/>
            </p:custDataLst>
          </p:nvPr>
        </p:nvSpPr>
        <p:spPr>
          <a:xfrm>
            <a:off x="10621010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>
            <p:custDataLst>
              <p:tags r:id="rId30"/>
            </p:custDataLst>
          </p:nvPr>
        </p:nvSpPr>
        <p:spPr>
          <a:xfrm>
            <a:off x="10920095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 userDrawn="1">
            <p:custDataLst>
              <p:tags r:id="rId31"/>
            </p:custDataLst>
          </p:nvPr>
        </p:nvSpPr>
        <p:spPr>
          <a:xfrm>
            <a:off x="11218545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 userDrawn="1">
            <p:custDataLst>
              <p:tags r:id="rId32"/>
            </p:custDataLst>
          </p:nvPr>
        </p:nvSpPr>
        <p:spPr>
          <a:xfrm>
            <a:off x="11517630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 userDrawn="1">
            <p:custDataLst>
              <p:tags r:id="rId33"/>
            </p:custDataLst>
          </p:nvPr>
        </p:nvSpPr>
        <p:spPr>
          <a:xfrm>
            <a:off x="1181671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>
            <p:custDataLst>
              <p:tags r:id="rId34"/>
            </p:custDataLst>
          </p:nvPr>
        </p:nvSpPr>
        <p:spPr>
          <a:xfrm>
            <a:off x="1032192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>
            <p:custDataLst>
              <p:tags r:id="rId35"/>
            </p:custDataLst>
          </p:nvPr>
        </p:nvSpPr>
        <p:spPr>
          <a:xfrm>
            <a:off x="10621010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>
            <p:custDataLst>
              <p:tags r:id="rId36"/>
            </p:custDataLst>
          </p:nvPr>
        </p:nvSpPr>
        <p:spPr>
          <a:xfrm>
            <a:off x="10920095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>
            <p:custDataLst>
              <p:tags r:id="rId37"/>
            </p:custDataLst>
          </p:nvPr>
        </p:nvSpPr>
        <p:spPr>
          <a:xfrm>
            <a:off x="11218545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38"/>
            </p:custDataLst>
          </p:nvPr>
        </p:nvSpPr>
        <p:spPr>
          <a:xfrm>
            <a:off x="11517630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39"/>
            </p:custDataLst>
          </p:nvPr>
        </p:nvSpPr>
        <p:spPr>
          <a:xfrm>
            <a:off x="1181671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1"/>
            </p:custDataLst>
          </p:nvPr>
        </p:nvSpPr>
        <p:spPr>
          <a:xfrm>
            <a:off x="5259523" y="2204893"/>
            <a:ext cx="4777051" cy="2469772"/>
          </a:xfrm>
        </p:spPr>
        <p:txBody>
          <a:bodyPr wrap="square" anchor="ctr">
            <a:normAutofit/>
          </a:bodyPr>
          <a:lstStyle>
            <a:lvl1pPr algn="l">
              <a:defRPr sz="48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4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任意多边形: 形状 39" descr="preencoded.png"/>
          <p:cNvSpPr/>
          <p:nvPr userDrawn="1">
            <p:custDataLst>
              <p:tags r:id="rId44"/>
            </p:custDataLst>
          </p:nvPr>
        </p:nvSpPr>
        <p:spPr>
          <a:xfrm flipH="1">
            <a:off x="0" y="0"/>
            <a:ext cx="3133090" cy="4866640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50"/>
          <p:cNvSpPr/>
          <p:nvPr userDrawn="1">
            <p:custDataLst>
              <p:tags r:id="rId45"/>
            </p:custDataLst>
          </p:nvPr>
        </p:nvSpPr>
        <p:spPr>
          <a:xfrm flipH="1">
            <a:off x="1058545" y="2632710"/>
            <a:ext cx="3374390" cy="422529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bg1">
                  <a:alpha val="0"/>
                </a:schemeClr>
              </a:gs>
            </a:gsLst>
            <a:lin ang="1020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0" name="Intersect-2186&amp;721" descr="preencoded.png"/>
          <p:cNvSpPr/>
          <p:nvPr userDrawn="1">
            <p:custDataLst>
              <p:tags r:id="rId46"/>
            </p:custDataLst>
          </p:nvPr>
        </p:nvSpPr>
        <p:spPr>
          <a:xfrm flipH="1">
            <a:off x="937260" y="2550795"/>
            <a:ext cx="2342515" cy="2450465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Rectangle 41650-2186&amp;685" descr="preencoded.png"/>
          <p:cNvSpPr/>
          <p:nvPr userDrawn="1">
            <p:custDataLst>
              <p:tags r:id="rId47"/>
            </p:custDataLst>
          </p:nvPr>
        </p:nvSpPr>
        <p:spPr>
          <a:xfrm>
            <a:off x="3962527" y="2980944"/>
            <a:ext cx="969264" cy="969264"/>
          </a:xfrm>
          <a:custGeom>
            <a:avLst/>
            <a:gdLst>
              <a:gd name="connsiteX0" fmla="*/ 0 w 969264"/>
              <a:gd name="connsiteY0" fmla="*/ 484632 h 969264"/>
              <a:gd name="connsiteX1" fmla="*/ 484632 w 969264"/>
              <a:gd name="connsiteY1" fmla="*/ 0 h 969264"/>
              <a:gd name="connsiteX2" fmla="*/ 484632 w 969264"/>
              <a:gd name="connsiteY2" fmla="*/ 0 h 969264"/>
              <a:gd name="connsiteX3" fmla="*/ 969264 w 969264"/>
              <a:gd name="connsiteY3" fmla="*/ 484632 h 969264"/>
              <a:gd name="connsiteX4" fmla="*/ 969264 w 969264"/>
              <a:gd name="connsiteY4" fmla="*/ 484632 h 969264"/>
              <a:gd name="connsiteX5" fmla="*/ 484632 w 969264"/>
              <a:gd name="connsiteY5" fmla="*/ 969264 h 969264"/>
              <a:gd name="connsiteX6" fmla="*/ 484632 w 969264"/>
              <a:gd name="connsiteY6" fmla="*/ 969264 h 969264"/>
              <a:gd name="connsiteX7" fmla="*/ 0 w 969264"/>
              <a:gd name="connsiteY7" fmla="*/ 484632 h 96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9264" h="969264">
                <a:moveTo>
                  <a:pt x="0" y="484632"/>
                </a:moveTo>
                <a:cubicBezTo>
                  <a:pt x="0" y="216977"/>
                  <a:pt x="216977" y="0"/>
                  <a:pt x="484632" y="0"/>
                </a:cubicBezTo>
                <a:lnTo>
                  <a:pt x="484632" y="0"/>
                </a:lnTo>
                <a:cubicBezTo>
                  <a:pt x="752287" y="0"/>
                  <a:pt x="969264" y="216977"/>
                  <a:pt x="969264" y="484632"/>
                </a:cubicBezTo>
                <a:lnTo>
                  <a:pt x="969264" y="484632"/>
                </a:lnTo>
                <a:cubicBezTo>
                  <a:pt x="969264" y="752287"/>
                  <a:pt x="752287" y="969264"/>
                  <a:pt x="484632" y="969264"/>
                </a:cubicBezTo>
                <a:lnTo>
                  <a:pt x="484632" y="969264"/>
                </a:lnTo>
                <a:cubicBezTo>
                  <a:pt x="216977" y="969264"/>
                  <a:pt x="0" y="752287"/>
                  <a:pt x="0" y="484632"/>
                </a:cubicBezTo>
                <a:close/>
              </a:path>
            </a:pathLst>
          </a:custGeom>
          <a:solidFill>
            <a:schemeClr val="accent2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节编号 3"/>
          <p:cNvSpPr>
            <a:spLocks noGrp="1"/>
          </p:cNvSpPr>
          <p:nvPr>
            <p:ph type="body" sz="quarter" idx="13" hasCustomPrompt="1"/>
            <p:custDataLst>
              <p:tags r:id="rId48"/>
            </p:custDataLst>
          </p:nvPr>
        </p:nvSpPr>
        <p:spPr>
          <a:xfrm>
            <a:off x="3977041" y="2190379"/>
            <a:ext cx="931418" cy="2469772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40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任意多边形: 形状 1" descr="preencoded.png"/>
          <p:cNvSpPr/>
          <p:nvPr userDrawn="1">
            <p:custDataLst>
              <p:tags r:id="rId6"/>
            </p:custDataLst>
          </p:nvPr>
        </p:nvSpPr>
        <p:spPr>
          <a:xfrm>
            <a:off x="46857" y="1"/>
            <a:ext cx="1045343" cy="361286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7"/>
            </p:custDataLst>
          </p:nvPr>
        </p:nvSpPr>
        <p:spPr>
          <a:xfrm>
            <a:off x="11435715" y="618109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>
            <a:off x="11597005" y="617791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>
            <p:custDataLst>
              <p:tags r:id="rId9"/>
            </p:custDataLst>
          </p:nvPr>
        </p:nvSpPr>
        <p:spPr>
          <a:xfrm>
            <a:off x="11758295" y="618426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11435715" y="634238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11"/>
            </p:custDataLst>
          </p:nvPr>
        </p:nvSpPr>
        <p:spPr>
          <a:xfrm>
            <a:off x="11597005" y="633920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>
            <p:custDataLst>
              <p:tags r:id="rId12"/>
            </p:custDataLst>
          </p:nvPr>
        </p:nvSpPr>
        <p:spPr>
          <a:xfrm>
            <a:off x="11758295" y="634555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13"/>
            </p:custDataLst>
          </p:nvPr>
        </p:nvSpPr>
        <p:spPr>
          <a:xfrm>
            <a:off x="11435715" y="650367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14"/>
            </p:custDataLst>
          </p:nvPr>
        </p:nvSpPr>
        <p:spPr>
          <a:xfrm>
            <a:off x="11597005" y="650049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15"/>
            </p:custDataLst>
          </p:nvPr>
        </p:nvSpPr>
        <p:spPr>
          <a:xfrm>
            <a:off x="11758295" y="650684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37-2186&amp;742" descr="preencoded.png"/>
          <p:cNvSpPr/>
          <p:nvPr userDrawn="1">
            <p:custDataLst>
              <p:tags r:id="rId2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Rectangle 41649-2186&amp;734" descr="preencoded.png"/>
          <p:cNvSpPr/>
          <p:nvPr userDrawn="1">
            <p:custDataLst>
              <p:tags r:id="rId3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椭圆 53"/>
          <p:cNvSpPr/>
          <p:nvPr userDrawn="1">
            <p:custDataLst>
              <p:tags r:id="rId4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 userDrawn="1">
            <p:custDataLst>
              <p:tags r:id="rId5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 userDrawn="1">
            <p:custDataLst>
              <p:tags r:id="rId6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>
            <p:custDataLst>
              <p:tags r:id="rId7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 userDrawn="1">
            <p:custDataLst>
              <p:tags r:id="rId8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 userDrawn="1">
            <p:custDataLst>
              <p:tags r:id="rId9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 userDrawn="1">
            <p:custDataLst>
              <p:tags r:id="rId10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 userDrawn="1">
            <p:custDataLst>
              <p:tags r:id="rId11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 userDrawn="1">
            <p:custDataLst>
              <p:tags r:id="rId12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 userDrawn="1">
            <p:custDataLst>
              <p:tags r:id="rId13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 userDrawn="1">
            <p:custDataLst>
              <p:tags r:id="rId14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>
            <p:custDataLst>
              <p:tags r:id="rId15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 userDrawn="1">
            <p:custDataLst>
              <p:tags r:id="rId16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 userDrawn="1">
            <p:custDataLst>
              <p:tags r:id="rId17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 userDrawn="1">
            <p:custDataLst>
              <p:tags r:id="rId18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 userDrawn="1">
            <p:custDataLst>
              <p:tags r:id="rId19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>
            <p:custDataLst>
              <p:tags r:id="rId20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 userDrawn="1">
            <p:custDataLst>
              <p:tags r:id="rId21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 userDrawn="1">
            <p:custDataLst>
              <p:tags r:id="rId22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 userDrawn="1">
            <p:custDataLst>
              <p:tags r:id="rId23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>
            <p:custDataLst>
              <p:tags r:id="rId24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 userDrawn="1">
            <p:custDataLst>
              <p:tags r:id="rId25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 userDrawn="1">
            <p:custDataLst>
              <p:tags r:id="rId26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 userDrawn="1">
            <p:custDataLst>
              <p:tags r:id="rId27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>
            <p:custDataLst>
              <p:tags r:id="rId28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 userDrawn="1">
            <p:custDataLst>
              <p:tags r:id="rId29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 userDrawn="1">
            <p:custDataLst>
              <p:tags r:id="rId30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 userDrawn="1">
            <p:custDataLst>
              <p:tags r:id="rId31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>
            <p:custDataLst>
              <p:tags r:id="rId32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 userDrawn="1">
            <p:custDataLst>
              <p:tags r:id="rId33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>
            <p:custDataLst>
              <p:tags r:id="rId34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>
            <p:custDataLst>
              <p:tags r:id="rId35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36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37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38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 userDrawn="1">
            <p:custDataLst>
              <p:tags r:id="rId39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 userDrawn="1">
            <p:custDataLst>
              <p:tags r:id="rId40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 userDrawn="1">
            <p:custDataLst>
              <p:tags r:id="rId41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 userDrawn="1">
            <p:custDataLst>
              <p:tags r:id="rId42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 userDrawn="1">
            <p:custDataLst>
              <p:tags r:id="rId43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 userDrawn="1">
            <p:custDataLst>
              <p:tags r:id="rId44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 userDrawn="1">
            <p:custDataLst>
              <p:tags r:id="rId45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 userDrawn="1">
            <p:custDataLst>
              <p:tags r:id="rId46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 userDrawn="1">
            <p:custDataLst>
              <p:tags r:id="rId47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 userDrawn="1">
            <p:custDataLst>
              <p:tags r:id="rId48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 userDrawn="1">
            <p:custDataLst>
              <p:tags r:id="rId49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 userDrawn="1">
            <p:custDataLst>
              <p:tags r:id="rId50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 userDrawn="1">
            <p:custDataLst>
              <p:tags r:id="rId51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52"/>
            </p:custDataLst>
          </p:nvPr>
        </p:nvSpPr>
        <p:spPr>
          <a:xfrm>
            <a:off x="1183004" y="1256030"/>
            <a:ext cx="6032065" cy="227617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6"/>
            </p:custDataLst>
          </p:nvPr>
        </p:nvSpPr>
        <p:spPr>
          <a:xfrm>
            <a:off x="1183004" y="3871785"/>
            <a:ext cx="603206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  <p:sp>
        <p:nvSpPr>
          <p:cNvPr id="8" name="任意多边形: 形状 7" descr="preencoded.png"/>
          <p:cNvSpPr/>
          <p:nvPr userDrawn="1">
            <p:custDataLst>
              <p:tags r:id="rId57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9" Type="http://schemas.openxmlformats.org/officeDocument/2006/relationships/tags" Target="../tags/tag314.xml"/><Relationship Id="rId28" Type="http://schemas.openxmlformats.org/officeDocument/2006/relationships/tags" Target="../tags/tag313.xml"/><Relationship Id="rId27" Type="http://schemas.openxmlformats.org/officeDocument/2006/relationships/tags" Target="../tags/tag312.xml"/><Relationship Id="rId26" Type="http://schemas.openxmlformats.org/officeDocument/2006/relationships/tags" Target="../tags/tag311.xml"/><Relationship Id="rId25" Type="http://schemas.openxmlformats.org/officeDocument/2006/relationships/tags" Target="../tags/tag310.xml"/><Relationship Id="rId24" Type="http://schemas.openxmlformats.org/officeDocument/2006/relationships/tags" Target="../tags/tag309.xml"/><Relationship Id="rId23" Type="http://schemas.openxmlformats.org/officeDocument/2006/relationships/tags" Target="../tags/tag308.xml"/><Relationship Id="rId22" Type="http://schemas.openxmlformats.org/officeDocument/2006/relationships/tags" Target="../tags/tag307.xml"/><Relationship Id="rId21" Type="http://schemas.openxmlformats.org/officeDocument/2006/relationships/tags" Target="../tags/tag306.xml"/><Relationship Id="rId20" Type="http://schemas.openxmlformats.org/officeDocument/2006/relationships/tags" Target="../tags/tag30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304.xml"/><Relationship Id="rId18" Type="http://schemas.openxmlformats.org/officeDocument/2006/relationships/tags" Target="../tags/tag303.xml"/><Relationship Id="rId17" Type="http://schemas.openxmlformats.org/officeDocument/2006/relationships/tags" Target="../tags/tag302.xml"/><Relationship Id="rId16" Type="http://schemas.openxmlformats.org/officeDocument/2006/relationships/tags" Target="../tags/tag301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6" name="任意多边形: 形状 25" descr="preencoded.png"/>
          <p:cNvSpPr/>
          <p:nvPr>
            <p:custDataLst>
              <p:tags r:id="rId19"/>
            </p:custDataLst>
          </p:nvPr>
        </p:nvSpPr>
        <p:spPr>
          <a:xfrm>
            <a:off x="46857" y="0"/>
            <a:ext cx="1799094" cy="621793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20"/>
            </p:custDataLst>
          </p:nvPr>
        </p:nvSpPr>
        <p:spPr>
          <a:xfrm>
            <a:off x="10922635" y="56635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21"/>
            </p:custDataLst>
          </p:nvPr>
        </p:nvSpPr>
        <p:spPr>
          <a:xfrm>
            <a:off x="11301730" y="565594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22"/>
            </p:custDataLst>
          </p:nvPr>
        </p:nvSpPr>
        <p:spPr>
          <a:xfrm>
            <a:off x="11680825" y="56711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23"/>
            </p:custDataLst>
          </p:nvPr>
        </p:nvSpPr>
        <p:spPr>
          <a:xfrm>
            <a:off x="10922635" y="604266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24"/>
            </p:custDataLst>
          </p:nvPr>
        </p:nvSpPr>
        <p:spPr>
          <a:xfrm>
            <a:off x="11301730" y="60350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25"/>
            </p:custDataLst>
          </p:nvPr>
        </p:nvSpPr>
        <p:spPr>
          <a:xfrm>
            <a:off x="11680825" y="60502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26"/>
            </p:custDataLst>
          </p:nvPr>
        </p:nvSpPr>
        <p:spPr>
          <a:xfrm>
            <a:off x="10922635" y="642175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27"/>
            </p:custDataLst>
          </p:nvPr>
        </p:nvSpPr>
        <p:spPr>
          <a:xfrm>
            <a:off x="11301730" y="64141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28"/>
            </p:custDataLst>
          </p:nvPr>
        </p:nvSpPr>
        <p:spPr>
          <a:xfrm>
            <a:off x="11680825" y="64293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image" Target="../media/image6.jpeg"/><Relationship Id="rId6" Type="http://schemas.openxmlformats.org/officeDocument/2006/relationships/tags" Target="../tags/tag318.xml"/><Relationship Id="rId5" Type="http://schemas.openxmlformats.org/officeDocument/2006/relationships/image" Target="../media/image5.jpeg"/><Relationship Id="rId4" Type="http://schemas.openxmlformats.org/officeDocument/2006/relationships/tags" Target="../tags/tag317.xml"/><Relationship Id="rId3" Type="http://schemas.openxmlformats.org/officeDocument/2006/relationships/image" Target="../media/image4.jpeg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331.xml"/><Relationship Id="rId2" Type="http://schemas.openxmlformats.org/officeDocument/2006/relationships/tags" Target="../tags/tag316.xml"/><Relationship Id="rId19" Type="http://schemas.openxmlformats.org/officeDocument/2006/relationships/tags" Target="../tags/tag330.xml"/><Relationship Id="rId18" Type="http://schemas.openxmlformats.org/officeDocument/2006/relationships/tags" Target="../tags/tag329.xml"/><Relationship Id="rId17" Type="http://schemas.openxmlformats.org/officeDocument/2006/relationships/tags" Target="../tags/tag328.xml"/><Relationship Id="rId16" Type="http://schemas.openxmlformats.org/officeDocument/2006/relationships/tags" Target="../tags/tag327.xml"/><Relationship Id="rId15" Type="http://schemas.openxmlformats.org/officeDocument/2006/relationships/tags" Target="../tags/tag326.xml"/><Relationship Id="rId14" Type="http://schemas.openxmlformats.org/officeDocument/2006/relationships/tags" Target="../tags/tag325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342.xml"/><Relationship Id="rId11" Type="http://schemas.openxmlformats.org/officeDocument/2006/relationships/image" Target="../media/image7.jpeg"/><Relationship Id="rId10" Type="http://schemas.openxmlformats.org/officeDocument/2006/relationships/tags" Target="../tags/tag341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image" Target="../media/image8.jpeg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353.xml"/><Relationship Id="rId13" Type="http://schemas.openxmlformats.org/officeDocument/2006/relationships/image" Target="../media/image10.jpeg"/><Relationship Id="rId12" Type="http://schemas.openxmlformats.org/officeDocument/2006/relationships/tags" Target="../tags/tag352.xml"/><Relationship Id="rId11" Type="http://schemas.openxmlformats.org/officeDocument/2006/relationships/image" Target="../media/image9.jpeg"/><Relationship Id="rId10" Type="http://schemas.openxmlformats.org/officeDocument/2006/relationships/tags" Target="../tags/tag351.xml"/><Relationship Id="rId1" Type="http://schemas.openxmlformats.org/officeDocument/2006/relationships/tags" Target="../tags/tag34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image" Target="../media/image11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363.xml"/><Relationship Id="rId10" Type="http://schemas.openxmlformats.org/officeDocument/2006/relationships/tags" Target="../tags/tag362.xml"/><Relationship Id="rId1" Type="http://schemas.openxmlformats.org/officeDocument/2006/relationships/tags" Target="../tags/tag3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image" Target="../media/image12.jpeg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377.xml"/><Relationship Id="rId16" Type="http://schemas.openxmlformats.org/officeDocument/2006/relationships/image" Target="../media/image14.jpeg"/><Relationship Id="rId15" Type="http://schemas.openxmlformats.org/officeDocument/2006/relationships/tags" Target="../tags/tag376.xml"/><Relationship Id="rId14" Type="http://schemas.openxmlformats.org/officeDocument/2006/relationships/tags" Target="../tags/tag375.xml"/><Relationship Id="rId13" Type="http://schemas.openxmlformats.org/officeDocument/2006/relationships/tags" Target="../tags/tag374.xml"/><Relationship Id="rId12" Type="http://schemas.openxmlformats.org/officeDocument/2006/relationships/image" Target="../media/image13.jpeg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tags" Target="../tags/tag36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tags" Target="../tags/tag379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389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tags" Target="../tags/tag37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403.xml"/><Relationship Id="rId16" Type="http://schemas.openxmlformats.org/officeDocument/2006/relationships/image" Target="../media/image19.jpeg"/><Relationship Id="rId15" Type="http://schemas.openxmlformats.org/officeDocument/2006/relationships/tags" Target="../tags/tag402.xml"/><Relationship Id="rId14" Type="http://schemas.openxmlformats.org/officeDocument/2006/relationships/image" Target="../media/image18.jpeg"/><Relationship Id="rId13" Type="http://schemas.openxmlformats.org/officeDocument/2006/relationships/tags" Target="../tags/tag401.xml"/><Relationship Id="rId12" Type="http://schemas.openxmlformats.org/officeDocument/2006/relationships/image" Target="../media/image17.jpeg"/><Relationship Id="rId11" Type="http://schemas.openxmlformats.org/officeDocument/2006/relationships/tags" Target="../tags/tag400.xml"/><Relationship Id="rId10" Type="http://schemas.openxmlformats.org/officeDocument/2006/relationships/tags" Target="../tags/tag399.xml"/><Relationship Id="rId1" Type="http://schemas.openxmlformats.org/officeDocument/2006/relationships/tags" Target="../tags/tag39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2.xml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423.xml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tags" Target="../tags/tag422.xml"/><Relationship Id="rId22" Type="http://schemas.openxmlformats.org/officeDocument/2006/relationships/image" Target="../media/image23.svg"/><Relationship Id="rId21" Type="http://schemas.openxmlformats.org/officeDocument/2006/relationships/image" Target="../media/image22.png"/><Relationship Id="rId20" Type="http://schemas.openxmlformats.org/officeDocument/2006/relationships/tags" Target="../tags/tag421.xml"/><Relationship Id="rId2" Type="http://schemas.openxmlformats.org/officeDocument/2006/relationships/tags" Target="../tags/tag405.xml"/><Relationship Id="rId19" Type="http://schemas.openxmlformats.org/officeDocument/2006/relationships/image" Target="../media/image21.svg"/><Relationship Id="rId18" Type="http://schemas.openxmlformats.org/officeDocument/2006/relationships/image" Target="../media/image20.png"/><Relationship Id="rId17" Type="http://schemas.openxmlformats.org/officeDocument/2006/relationships/tags" Target="../tags/tag420.xml"/><Relationship Id="rId16" Type="http://schemas.openxmlformats.org/officeDocument/2006/relationships/tags" Target="../tags/tag419.xml"/><Relationship Id="rId15" Type="http://schemas.openxmlformats.org/officeDocument/2006/relationships/tags" Target="../tags/tag418.xml"/><Relationship Id="rId14" Type="http://schemas.openxmlformats.org/officeDocument/2006/relationships/tags" Target="../tags/tag417.xml"/><Relationship Id="rId13" Type="http://schemas.openxmlformats.org/officeDocument/2006/relationships/tags" Target="../tags/tag416.xml"/><Relationship Id="rId12" Type="http://schemas.openxmlformats.org/officeDocument/2006/relationships/tags" Target="../tags/tag415.xml"/><Relationship Id="rId11" Type="http://schemas.openxmlformats.org/officeDocument/2006/relationships/tags" Target="../tags/tag414.xml"/><Relationship Id="rId10" Type="http://schemas.openxmlformats.org/officeDocument/2006/relationships/tags" Target="../tags/tag413.xml"/><Relationship Id="rId1" Type="http://schemas.openxmlformats.org/officeDocument/2006/relationships/tags" Target="../tags/tag40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2" Type="http://schemas.openxmlformats.org/officeDocument/2006/relationships/slideLayout" Target="../slideLayouts/slideLayout18.xml"/><Relationship Id="rId41" Type="http://schemas.openxmlformats.org/officeDocument/2006/relationships/tags" Target="../tags/tag455.xml"/><Relationship Id="rId40" Type="http://schemas.openxmlformats.org/officeDocument/2006/relationships/tags" Target="../tags/tag454.xml"/><Relationship Id="rId4" Type="http://schemas.openxmlformats.org/officeDocument/2006/relationships/tags" Target="../tags/tag428.xml"/><Relationship Id="rId39" Type="http://schemas.openxmlformats.org/officeDocument/2006/relationships/tags" Target="../tags/tag453.xml"/><Relationship Id="rId38" Type="http://schemas.openxmlformats.org/officeDocument/2006/relationships/tags" Target="../tags/tag452.xml"/><Relationship Id="rId37" Type="http://schemas.openxmlformats.org/officeDocument/2006/relationships/image" Target="../media/image48.svg"/><Relationship Id="rId36" Type="http://schemas.openxmlformats.org/officeDocument/2006/relationships/image" Target="../media/image47.png"/><Relationship Id="rId35" Type="http://schemas.openxmlformats.org/officeDocument/2006/relationships/tags" Target="../tags/tag451.xml"/><Relationship Id="rId34" Type="http://schemas.openxmlformats.org/officeDocument/2006/relationships/image" Target="../media/image46.svg"/><Relationship Id="rId33" Type="http://schemas.openxmlformats.org/officeDocument/2006/relationships/image" Target="../media/image45.png"/><Relationship Id="rId32" Type="http://schemas.openxmlformats.org/officeDocument/2006/relationships/tags" Target="../tags/tag450.xml"/><Relationship Id="rId31" Type="http://schemas.openxmlformats.org/officeDocument/2006/relationships/tags" Target="../tags/tag449.xml"/><Relationship Id="rId30" Type="http://schemas.openxmlformats.org/officeDocument/2006/relationships/tags" Target="../tags/tag448.xml"/><Relationship Id="rId3" Type="http://schemas.openxmlformats.org/officeDocument/2006/relationships/tags" Target="../tags/tag427.xml"/><Relationship Id="rId29" Type="http://schemas.openxmlformats.org/officeDocument/2006/relationships/tags" Target="../tags/tag447.xml"/><Relationship Id="rId28" Type="http://schemas.openxmlformats.org/officeDocument/2006/relationships/tags" Target="../tags/tag446.xml"/><Relationship Id="rId27" Type="http://schemas.openxmlformats.org/officeDocument/2006/relationships/tags" Target="../tags/tag445.xml"/><Relationship Id="rId26" Type="http://schemas.openxmlformats.org/officeDocument/2006/relationships/tags" Target="../tags/tag444.xml"/><Relationship Id="rId25" Type="http://schemas.openxmlformats.org/officeDocument/2006/relationships/tags" Target="../tags/tag443.xml"/><Relationship Id="rId24" Type="http://schemas.openxmlformats.org/officeDocument/2006/relationships/tags" Target="../tags/tag442.xml"/><Relationship Id="rId23" Type="http://schemas.openxmlformats.org/officeDocument/2006/relationships/tags" Target="../tags/tag441.xml"/><Relationship Id="rId22" Type="http://schemas.openxmlformats.org/officeDocument/2006/relationships/tags" Target="../tags/tag440.xml"/><Relationship Id="rId21" Type="http://schemas.openxmlformats.org/officeDocument/2006/relationships/tags" Target="../tags/tag439.xml"/><Relationship Id="rId20" Type="http://schemas.openxmlformats.org/officeDocument/2006/relationships/tags" Target="../tags/tag438.xml"/><Relationship Id="rId2" Type="http://schemas.openxmlformats.org/officeDocument/2006/relationships/tags" Target="../tags/tag426.xml"/><Relationship Id="rId19" Type="http://schemas.openxmlformats.org/officeDocument/2006/relationships/image" Target="../media/image44.svg"/><Relationship Id="rId18" Type="http://schemas.openxmlformats.org/officeDocument/2006/relationships/image" Target="../media/image43.png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image" Target="../media/image42.svg"/><Relationship Id="rId14" Type="http://schemas.openxmlformats.org/officeDocument/2006/relationships/image" Target="../media/image41.png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tags" Target="../tags/tag42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6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image" Target="../media/image63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image" Target="../media/image6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73.jpeg"/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4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6.jpeg"/><Relationship Id="rId1" Type="http://schemas.openxmlformats.org/officeDocument/2006/relationships/image" Target="../media/image75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image" Target="../media/image77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83.jpeg"/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image" Target="../media/image8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5.jpeg"/><Relationship Id="rId1" Type="http://schemas.openxmlformats.org/officeDocument/2006/relationships/image" Target="../media/image84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image" Target="../media/image8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9.jpe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464.xml"/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tags" Target="../tags/tag459.xml"/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472.xml"/><Relationship Id="rId16" Type="http://schemas.openxmlformats.org/officeDocument/2006/relationships/tags" Target="../tags/tag471.xml"/><Relationship Id="rId15" Type="http://schemas.openxmlformats.org/officeDocument/2006/relationships/tags" Target="../tags/tag470.xml"/><Relationship Id="rId14" Type="http://schemas.openxmlformats.org/officeDocument/2006/relationships/tags" Target="../tags/tag469.xml"/><Relationship Id="rId13" Type="http://schemas.openxmlformats.org/officeDocument/2006/relationships/tags" Target="../tags/tag468.xml"/><Relationship Id="rId12" Type="http://schemas.openxmlformats.org/officeDocument/2006/relationships/tags" Target="../tags/tag467.xml"/><Relationship Id="rId11" Type="http://schemas.openxmlformats.org/officeDocument/2006/relationships/tags" Target="../tags/tag466.xml"/><Relationship Id="rId10" Type="http://schemas.openxmlformats.org/officeDocument/2006/relationships/tags" Target="../tags/tag465.xml"/><Relationship Id="rId1" Type="http://schemas.openxmlformats.org/officeDocument/2006/relationships/tags" Target="../tags/tag45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91.jpeg"/><Relationship Id="rId1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359333" y="104278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3">
              <a:lumMod val="60000"/>
              <a:lumOff val="40000"/>
            </a:schemeClr>
          </a:solidFill>
          <a:ln w="19050" cap="sq">
            <a:solidFill>
              <a:schemeClr val="tx2">
                <a:lumMod val="25000"/>
                <a:lumOff val="7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 descr="E:\MyData\桌面\微信图片_20240627101518.jpg微信图片_2024062710151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752080" y="1412240"/>
            <a:ext cx="394208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1174750" y="4166870"/>
            <a:ext cx="4378325" cy="4673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311275" y="4216400"/>
            <a:ext cx="4184015" cy="368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accent3"/>
                </a:solidFill>
                <a:uFillTx/>
                <a:latin typeface="+中文正文" charset="0"/>
                <a:sym typeface="+mn-ea"/>
              </a:rPr>
              <a:t>长江航运总医院</a:t>
            </a:r>
            <a:r>
              <a:rPr lang="en-US" altLang="zh-CN" dirty="0">
                <a:solidFill>
                  <a:schemeClr val="accent3"/>
                </a:solidFill>
                <a:uFillTx/>
                <a:latin typeface="+中文正文" charset="0"/>
                <a:sym typeface="+mn-ea"/>
              </a:rPr>
              <a:t>*</a:t>
            </a:r>
            <a:r>
              <a:rPr lang="zh-CN" altLang="en-US" dirty="0">
                <a:solidFill>
                  <a:schemeClr val="accent3"/>
                </a:solidFill>
                <a:uFillTx/>
                <a:latin typeface="+中文正文" charset="0"/>
                <a:sym typeface="+mn-ea"/>
              </a:rPr>
              <a:t>武汉脑科医院</a:t>
            </a:r>
            <a:r>
              <a:rPr lang="en-US" altLang="zh-CN" dirty="0">
                <a:solidFill>
                  <a:schemeClr val="accent3"/>
                </a:solidFill>
                <a:uFillTx/>
                <a:latin typeface="+中文正文" charset="0"/>
                <a:sym typeface="+mn-ea"/>
              </a:rPr>
              <a:t>  </a:t>
            </a:r>
            <a:r>
              <a:rPr lang="zh-CN" altLang="en-US" dirty="0">
                <a:solidFill>
                  <a:schemeClr val="accent3"/>
                </a:solidFill>
                <a:uFillTx/>
                <a:latin typeface="+中文正文" charset="0"/>
                <a:sym typeface="+mn-ea"/>
              </a:rPr>
              <a:t>岑波</a:t>
            </a:r>
            <a:endParaRPr kumimoji="1" lang="zh-CN" altLang="en-US" sz="1800" dirty="0">
              <a:ln w="12700">
                <a:noFill/>
              </a:ln>
              <a:solidFill>
                <a:schemeClr val="accent3"/>
              </a:solidFill>
              <a:uFillTx/>
              <a:latin typeface="+中文正文" charset="0"/>
              <a:ea typeface="Source Han Sans" panose="020B0500000000000000" charset="-122"/>
              <a:cs typeface="Source Han Sans" panose="020B0500000000000000" charset="-122"/>
              <a:sym typeface="+mn-ea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335280" y="1268730"/>
            <a:ext cx="7124700" cy="2754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uFillTx/>
                <a:latin typeface="+中文标题" charset="0"/>
                <a:sym typeface="+mn-ea"/>
              </a:rPr>
              <a:t>神经内镜经蝶垂体瘤手术病例分享</a:t>
            </a:r>
            <a:endParaRPr kumimoji="1" lang="en-US" altLang="zh-CN" sz="3200">
              <a:ln w="12700">
                <a:noFill/>
              </a:ln>
              <a:solidFill>
                <a:srgbClr val="1083CF">
                  <a:alpha val="100000"/>
                </a:srgb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19" name="图片 1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5815"/>
            <a:ext cx="12233275" cy="9721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" y="15145"/>
            <a:ext cx="5441152" cy="929721"/>
          </a:xfrm>
          <a:prstGeom prst="rect">
            <a:avLst/>
          </a:prstGeom>
        </p:spPr>
      </p:pic>
      <p:sp>
        <p:nvSpPr>
          <p:cNvPr id="20" name="文本框 19" descr="7b0a20202020227461726765744d6f64756c65223a20226b6f6e6c696e65666f6e7473220a7d0a"/>
          <p:cNvSpPr txBox="1"/>
          <p:nvPr/>
        </p:nvSpPr>
        <p:spPr>
          <a:xfrm>
            <a:off x="8881745" y="6334033"/>
            <a:ext cx="3310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病人至上</a:t>
            </a:r>
            <a:r>
              <a:rPr lang="en-US" altLang="zh-CN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服务第一</a:t>
            </a:r>
            <a:endParaRPr lang="zh-CN" altLang="en-US" sz="2400" b="1" dirty="0">
              <a:solidFill>
                <a:srgbClr val="FF0000"/>
              </a:solidFill>
              <a:latin typeface="汉仪青云简" panose="00020600040101010101" charset="-122"/>
              <a:ea typeface="汉仪青云简" panose="00020600040101010101" charset="-122"/>
              <a:cs typeface="汉仪青云简" panose="00020600040101010101" charset="-122"/>
              <a:sym typeface="汉仪青云简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9265" y="2117301"/>
            <a:ext cx="2309495" cy="2947248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dirty="0"/>
              <a:t>垂体瘤概述</a:t>
            </a:r>
            <a:endParaRPr lang="zh-CN" altLang="en-US" dirty="0"/>
          </a:p>
        </p:txBody>
      </p:sp>
      <p:pic>
        <p:nvPicPr>
          <p:cNvPr id="31" name="图片 30" descr="/data/temp/8f0500ed-9274-11ef-8976-069baa1f0f39.jpg@base@tag=imgScale&amp;m=1&amp;w=692&amp;h=721&amp;q=958f0500ed-9274-11ef-8976-069baa1f0f39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23207" r="23207"/>
          <a:stretch>
            <a:fillRect/>
          </a:stretch>
        </p:blipFill>
        <p:spPr>
          <a:xfrm>
            <a:off x="6167309" y="1080867"/>
            <a:ext cx="2495152" cy="25964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9" name="图片 28" descr="/data/temp/8f0500db-9274-11ef-8976-069baa1f0f39.jpg@base@tag=imgScale&amp;m=1&amp;w=692&amp;h=721&amp;q=958f0500db-9274-11ef-8976-069baa1f0f39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r="41845"/>
          <a:stretch>
            <a:fillRect/>
          </a:stretch>
        </p:blipFill>
        <p:spPr>
          <a:xfrm>
            <a:off x="3235735" y="1080867"/>
            <a:ext cx="2494281" cy="25964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图片 24" descr="/data/temp/8f050286-9274-11ef-8976-069baa1f0f39.jpg@base@tag=imgScale&amp;m=1&amp;w=692&amp;h=719&amp;q=958f050286-9274-11ef-8976-069baa1f0f39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22585" r="22585"/>
          <a:stretch>
            <a:fillRect/>
          </a:stretch>
        </p:blipFill>
        <p:spPr>
          <a:xfrm>
            <a:off x="9100787" y="1087218"/>
            <a:ext cx="2495152" cy="25906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5" name="Rectangle 41757_#color-886&amp;3357"/>
          <p:cNvSpPr/>
          <p:nvPr>
            <p:custDataLst>
              <p:tags r:id="rId8"/>
            </p:custDataLst>
          </p:nvPr>
        </p:nvSpPr>
        <p:spPr>
          <a:xfrm>
            <a:off x="3566617" y="3053455"/>
            <a:ext cx="2429267" cy="2944910"/>
          </a:xfrm>
          <a:prstGeom prst="roundRect">
            <a:avLst>
              <a:gd name="adj" fmla="val 9316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3793344" y="3336705"/>
            <a:ext cx="1982750" cy="4617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zh-CN" altLang="en-US" sz="3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3793979" y="4467800"/>
            <a:ext cx="1982750" cy="135782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垂体瘤是一种发生在脑垂体的肿瘤，可能影响多种激素的分泌，导致多种临床症状。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3793979" y="3850493"/>
            <a:ext cx="1982750" cy="5419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dk1">
                    <a:lumMod val="100000"/>
                  </a:schemeClr>
                </a:solidFill>
                <a:latin typeface="+mn-ea"/>
                <a:cs typeface="+mn-ea"/>
              </a:rPr>
              <a:t>垂体瘤的定义</a:t>
            </a:r>
            <a:endParaRPr lang="zh-CN" altLang="en-US" b="1" dirty="0">
              <a:solidFill>
                <a:schemeClr val="dk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Rectangle 41757_#color-886&amp;3357"/>
          <p:cNvSpPr/>
          <p:nvPr>
            <p:custDataLst>
              <p:tags r:id="rId12"/>
            </p:custDataLst>
          </p:nvPr>
        </p:nvSpPr>
        <p:spPr>
          <a:xfrm>
            <a:off x="6491204" y="3053455"/>
            <a:ext cx="2429267" cy="2944910"/>
          </a:xfrm>
          <a:prstGeom prst="roundRect">
            <a:avLst>
              <a:gd name="adj" fmla="val 9316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3"/>
            </p:custDataLst>
          </p:nvPr>
        </p:nvSpPr>
        <p:spPr>
          <a:xfrm>
            <a:off x="6714121" y="3336705"/>
            <a:ext cx="1981479" cy="4617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zh-CN" altLang="en-US" sz="3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6714121" y="4467800"/>
            <a:ext cx="1981479" cy="135782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dk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根据肿瘤细胞类型和激素分泌情况，垂体瘤可分为功能性垂体瘤和无功能性垂体瘤。</a:t>
            </a:r>
            <a:endParaRPr lang="zh-CN" altLang="en-US" sz="1400">
              <a:solidFill>
                <a:schemeClr val="dk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6714121" y="3850493"/>
            <a:ext cx="1981479" cy="5419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dk1">
                    <a:lumMod val="100000"/>
                  </a:schemeClr>
                </a:solidFill>
                <a:latin typeface="+mn-ea"/>
                <a:cs typeface="+mn-ea"/>
              </a:rPr>
              <a:t>垂体瘤的分类</a:t>
            </a:r>
            <a:endParaRPr lang="zh-CN" altLang="en-US" b="1" dirty="0">
              <a:solidFill>
                <a:schemeClr val="dk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1" name="Rectangle 41757_#color-886&amp;3357"/>
          <p:cNvSpPr/>
          <p:nvPr>
            <p:custDataLst>
              <p:tags r:id="rId16"/>
            </p:custDataLst>
          </p:nvPr>
        </p:nvSpPr>
        <p:spPr>
          <a:xfrm>
            <a:off x="9408170" y="3075684"/>
            <a:ext cx="2429267" cy="2922682"/>
          </a:xfrm>
          <a:prstGeom prst="roundRect">
            <a:avLst>
              <a:gd name="adj" fmla="val 9316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7"/>
            </p:custDataLst>
          </p:nvPr>
        </p:nvSpPr>
        <p:spPr>
          <a:xfrm>
            <a:off x="9641883" y="3336070"/>
            <a:ext cx="1982512" cy="4617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>
                <a:solidFill>
                  <a:schemeClr val="accent1"/>
                </a:solidFill>
                <a:latin typeface="+mn-ea"/>
                <a:cs typeface="+mn-ea"/>
              </a:rPr>
              <a:t>03</a:t>
            </a:r>
            <a:endParaRPr lang="zh-CN" altLang="en-US" sz="3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8"/>
            </p:custDataLst>
          </p:nvPr>
        </p:nvSpPr>
        <p:spPr>
          <a:xfrm>
            <a:off x="9653315" y="4490028"/>
            <a:ext cx="1982750" cy="1333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dk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垂体瘤可能导致视力障碍、头痛、内分泌紊乱等症状，严重时可影响患者的生活质量。</a:t>
            </a:r>
            <a:endParaRPr lang="zh-CN" altLang="en-US" sz="1400">
              <a:solidFill>
                <a:schemeClr val="dk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9"/>
            </p:custDataLst>
          </p:nvPr>
        </p:nvSpPr>
        <p:spPr>
          <a:xfrm>
            <a:off x="9653315" y="3872721"/>
            <a:ext cx="1982512" cy="5419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dk1">
                    <a:lumMod val="100000"/>
                  </a:schemeClr>
                </a:solidFill>
                <a:latin typeface="+mn-ea"/>
                <a:cs typeface="+mn-ea"/>
              </a:rPr>
              <a:t>垂体瘤的常见症状</a:t>
            </a:r>
            <a:endParaRPr lang="zh-CN" altLang="en-US" b="1" dirty="0">
              <a:solidFill>
                <a:schemeClr val="dk1">
                  <a:lumMod val="100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325" y="360000"/>
            <a:ext cx="6465329" cy="720000"/>
          </a:xfrm>
        </p:spPr>
        <p:txBody>
          <a:bodyPr lIns="0" tIns="0" rIns="0" bIns="0" anchor="b" anchorCtr="0"/>
          <a:lstStyle/>
          <a:p>
            <a:pPr algn="l"/>
            <a:r>
              <a:rPr lang="zh-CN" altLang="en-US" dirty="0"/>
              <a:t>神经内镜技术简介</a:t>
            </a:r>
            <a:endParaRPr lang="zh-CN" altLang="en-US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1626694" y="2085859"/>
            <a:ext cx="4316462" cy="986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从硬质内镜到软性内镜，神经内镜技术经历了数十年的发展，极大提高了手术精确度。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626694" y="1713116"/>
            <a:ext cx="4316462" cy="3252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内镜技术的发展历程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4"/>
            </p:custDataLst>
          </p:nvPr>
        </p:nvSpPr>
        <p:spPr>
          <a:xfrm>
            <a:off x="695154" y="1734071"/>
            <a:ext cx="668668" cy="6686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627329" y="3723515"/>
            <a:ext cx="4316462" cy="986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神经内镜手术具有创伤小、恢复快、并发症少等优点，已成为治疗垂体瘤的重要手段。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1627329" y="3350772"/>
            <a:ext cx="4316462" cy="3252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神经内镜手术的优势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7"/>
            </p:custDataLst>
          </p:nvPr>
        </p:nvSpPr>
        <p:spPr>
          <a:xfrm>
            <a:off x="696424" y="3371727"/>
            <a:ext cx="668668" cy="6686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627329" y="5361171"/>
            <a:ext cx="4316462" cy="986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神经内镜手术中，精准定位肿瘤、保护周围神经结构是手术成功的关键。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627329" y="4988428"/>
            <a:ext cx="4316462" cy="3252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手术操作的关键技术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96424" y="5009383"/>
            <a:ext cx="668668" cy="6686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3" name="图片 12" descr="微信图片_2024102810395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0085" y="673735"/>
            <a:ext cx="5161915" cy="618426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经蝶入路手术优势</a:t>
            </a:r>
            <a:endParaRPr lang="zh-CN" altLang="en-US" dirty="0"/>
          </a:p>
        </p:txBody>
      </p:sp>
      <p:sp>
        <p:nvSpPr>
          <p:cNvPr id="6" name="矩形: 圆角 2"/>
          <p:cNvSpPr/>
          <p:nvPr>
            <p:custDataLst>
              <p:tags r:id="rId2"/>
            </p:custDataLst>
          </p:nvPr>
        </p:nvSpPr>
        <p:spPr>
          <a:xfrm>
            <a:off x="692367" y="3471235"/>
            <a:ext cx="2883556" cy="2439940"/>
          </a:xfrm>
          <a:prstGeom prst="roundRect">
            <a:avLst>
              <a:gd name="adj" fmla="val 7221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4498" tIns="246529" rIns="314498" bIns="137838" rtlCol="0" anchor="ctr"/>
          <a:p>
            <a:pPr algn="just" fontAlgn="b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经蝶入路手术通过鼻腔进入，减少了对脑组织的损伤，缩短了恢复时间。</a:t>
            </a: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: 圆角 4"/>
          <p:cNvSpPr/>
          <p:nvPr>
            <p:custDataLst>
              <p:tags r:id="rId3"/>
            </p:custDataLst>
          </p:nvPr>
        </p:nvSpPr>
        <p:spPr>
          <a:xfrm>
            <a:off x="692367" y="3112467"/>
            <a:ext cx="1542802" cy="53973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524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最小侵入性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: 圆角 6"/>
          <p:cNvSpPr/>
          <p:nvPr>
            <p:custDataLst>
              <p:tags r:id="rId4"/>
            </p:custDataLst>
          </p:nvPr>
        </p:nvSpPr>
        <p:spPr>
          <a:xfrm>
            <a:off x="4301000" y="3471235"/>
            <a:ext cx="2883556" cy="2439940"/>
          </a:xfrm>
          <a:prstGeom prst="roundRect">
            <a:avLst>
              <a:gd name="adj" fmla="val 7221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4498" tIns="246529" rIns="314498" bIns="137838" rtlCol="0" anchor="ctr"/>
          <a:p>
            <a:pPr algn="just" fontAlgn="b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利用内镜技术，医生能够精确到达垂体瘤位置，提高手术成功率。</a:t>
            </a: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: 圆角 8"/>
          <p:cNvSpPr/>
          <p:nvPr>
            <p:custDataLst>
              <p:tags r:id="rId5"/>
            </p:custDataLst>
          </p:nvPr>
        </p:nvSpPr>
        <p:spPr>
          <a:xfrm>
            <a:off x="4301000" y="3112467"/>
            <a:ext cx="1542802" cy="53973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524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精准定位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8" name="图片 17" descr="/data/temp/8f2326d9-9274-11ef-90e2-6ee8f37326f5.jpg@base@tag=imgScale&amp;m=1&amp;w=550&amp;h=550&amp;q=958f2326d9-9274-11ef-90e2-6ee8f37326f5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16667" r="16667"/>
          <a:stretch>
            <a:fillRect/>
          </a:stretch>
        </p:blipFill>
        <p:spPr>
          <a:xfrm>
            <a:off x="5925297" y="1737719"/>
            <a:ext cx="1979960" cy="1979960"/>
          </a:xfrm>
          <a:prstGeom prst="ellipse">
            <a:avLst/>
          </a:prstGeom>
          <a:noFill/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矩形: 圆角 7"/>
          <p:cNvSpPr/>
          <p:nvPr>
            <p:custDataLst>
              <p:tags r:id="rId8"/>
            </p:custDataLst>
          </p:nvPr>
        </p:nvSpPr>
        <p:spPr>
          <a:xfrm>
            <a:off x="7892487" y="3471235"/>
            <a:ext cx="2883556" cy="2439940"/>
          </a:xfrm>
          <a:prstGeom prst="roundRect">
            <a:avLst>
              <a:gd name="adj" fmla="val 7221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4498" tIns="246529" rIns="314498" bIns="137838" rtlCol="0" anchor="ctr"/>
          <a:p>
            <a:pPr algn="just" fontAlgn="b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由于手术路径短且直接，相较于传统开颅手术，经蝶入路手术并发症发生率较低。</a:t>
            </a: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: 圆角 9"/>
          <p:cNvSpPr/>
          <p:nvPr>
            <p:custDataLst>
              <p:tags r:id="rId9"/>
            </p:custDataLst>
          </p:nvPr>
        </p:nvSpPr>
        <p:spPr>
          <a:xfrm>
            <a:off x="7892487" y="3112467"/>
            <a:ext cx="1542802" cy="53973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524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减少并发症</a:t>
            </a:r>
            <a:endParaRPr lang="zh-CN" altLang="en-US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22" name="图片 21" descr="/data/temp/8f2323ff-9274-11ef-90e2-6ee8f37326f5.jpg@base@tag=imgScale&amp;m=1&amp;w=550&amp;h=550&amp;q=958f2323ff-9274-11ef-90e2-6ee8f37326f5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 l="13672" r="13672"/>
          <a:stretch>
            <a:fillRect/>
          </a:stretch>
        </p:blipFill>
        <p:spPr>
          <a:xfrm>
            <a:off x="9516785" y="1737719"/>
            <a:ext cx="1979960" cy="1979960"/>
          </a:xfrm>
          <a:prstGeom prst="ellipse">
            <a:avLst/>
          </a:prstGeom>
          <a:noFill/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3" name="图片 22" descr="/data/temp/8f232421-9274-11ef-90e2-6ee8f37326f5.jpg@base@tag=imgScale&amp;m=1&amp;w=550&amp;h=550&amp;q=958f232421-9274-11ef-90e2-6ee8f37326f5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 l="16667" r="16667"/>
          <a:stretch>
            <a:fillRect/>
          </a:stretch>
        </p:blipFill>
        <p:spPr>
          <a:xfrm>
            <a:off x="2316664" y="1737719"/>
            <a:ext cx="1979960" cy="1979960"/>
          </a:xfrm>
          <a:prstGeom prst="ellipse">
            <a:avLst/>
          </a:prstGeom>
          <a:noFill/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data/temp/8ff51655-9274-11ef-83a0-9275b465f402.jpg@base@tag=imgScale&amp;m=1&amp;w=3384&amp;h=952&amp;q=958ff51655-9274-11ef-83a0-9275b465f40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8847" b="28847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29" name="标题"/>
          <p:cNvSpPr txBox="1"/>
          <p:nvPr>
            <p:custDataLst>
              <p:tags r:id="rId4"/>
            </p:custDataLst>
          </p:nvPr>
        </p:nvSpPr>
        <p:spPr>
          <a:xfrm>
            <a:off x="1527175" y="3244850"/>
            <a:ext cx="9473565" cy="7791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zh-CN"/>
            </a:defPPr>
            <a:lvl1pPr>
              <a:lnSpc>
                <a:spcPct val="131000"/>
              </a:lnSpc>
              <a:defRPr sz="3400" b="1">
                <a:solidFill>
                  <a:schemeClr val="dk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手术风险评估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548130" y="4740592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通过MRI等影像学检查，评估肿瘤的大小和位置，以预测手术难度和风险。</a:t>
            </a:r>
            <a:endParaRPr lang="zh-CN" altLang="en-US" sz="14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548130" y="4280852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评估肿瘤大小和位置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374380" y="4740592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根据患者病史和肿瘤特性，预测可能出现的并发症，如脑脊液漏、视力损害等。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8374380" y="4280852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预测术后并发症概率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961255" y="4740592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对患者进行全面的体检和实验室检查，评估其心肺功能及是否有其他并发症。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961255" y="4280852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评估患者全身状况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影像学表现</a:t>
            </a:r>
            <a:endParaRPr lang="zh-CN" altLang="en-US"/>
          </a:p>
        </p:txBody>
      </p:sp>
      <p:sp>
        <p:nvSpPr>
          <p:cNvPr id="34" name="任意多边形: 形状 33"/>
          <p:cNvSpPr/>
          <p:nvPr>
            <p:custDataLst>
              <p:tags r:id="rId2"/>
            </p:custDataLst>
          </p:nvPr>
        </p:nvSpPr>
        <p:spPr>
          <a:xfrm>
            <a:off x="8075006" y="1888490"/>
            <a:ext cx="3420072" cy="2425161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3695" tIns="250532" rIns="349250" bIns="821980" rtlCol="0" anchor="ctr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使用造影剂进行增强扫描，可以更准确地界定肿瘤边界，评估肿瘤的血供情况。</a:t>
            </a:r>
            <a:endParaRPr lang="zh-CN" altLang="en-US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3"/>
            </p:custDataLst>
          </p:nvPr>
        </p:nvSpPr>
        <p:spPr>
          <a:xfrm>
            <a:off x="4386282" y="1888490"/>
            <a:ext cx="3420072" cy="2425161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1790" tIns="241642" rIns="351156" bIns="830870" rtlCol="0" anchor="ctr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CT扫描有助于评估骨质结构变化，特别是蝶鞍区的骨质侵蚀情况，为手术路径规划提供信息。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695653" y="1888490"/>
            <a:ext cx="3420072" cy="2425161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1750" tIns="232752" rIns="351195" bIns="839760" rtlCol="0" anchor="ctr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MRI扫描能清晰显示垂体瘤的位置、大小和与周围结构的关系，是评估手术适应性的关键。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“_#color-824&amp;2665"/>
          <p:cNvSpPr/>
          <p:nvPr>
            <p:custDataLst>
              <p:tags r:id="rId5"/>
            </p:custDataLst>
          </p:nvPr>
        </p:nvSpPr>
        <p:spPr>
          <a:xfrm>
            <a:off x="3466641" y="3524536"/>
            <a:ext cx="358838" cy="307394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p>
            <a:endParaRPr lang="zh-CN" altLang="en-US"/>
          </a:p>
        </p:txBody>
      </p:sp>
      <p:pic>
        <p:nvPicPr>
          <p:cNvPr id="4" name="图片 3" descr="/data/temp/909ef2ba-9274-11ef-8dff-96bc50b1b603.jpg@base@tag=imgScale&amp;m=1&amp;w=271&amp;h=271&amp;q=95909ef2ba-9274-11ef-8dff-96bc50b1b60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8014" r="19400"/>
          <a:stretch>
            <a:fillRect/>
          </a:stretch>
        </p:blipFill>
        <p:spPr>
          <a:xfrm>
            <a:off x="897618" y="4548334"/>
            <a:ext cx="978071" cy="978071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2067492" y="4663925"/>
            <a:ext cx="2048233" cy="7468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MRI特征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“_#color-824&amp;2668"/>
          <p:cNvSpPr/>
          <p:nvPr>
            <p:custDataLst>
              <p:tags r:id="rId9"/>
            </p:custDataLst>
          </p:nvPr>
        </p:nvSpPr>
        <p:spPr>
          <a:xfrm>
            <a:off x="7157271" y="3533427"/>
            <a:ext cx="358838" cy="307394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5737798" y="4663925"/>
            <a:ext cx="2068556" cy="7468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CT扫描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0" name="图片 9" descr="/data/temp/909ef293-9274-11ef-8dff-96bc50b1b603.jpg@base@tag=imgScale&amp;m=1&amp;w=271&amp;h=271&amp;q=95909ef293-9274-11ef-8dff-96bc50b1b60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6708" r="16708"/>
          <a:stretch>
            <a:fillRect/>
          </a:stretch>
        </p:blipFill>
        <p:spPr>
          <a:xfrm>
            <a:off x="4591423" y="4548969"/>
            <a:ext cx="977436" cy="977436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“_#color-824&amp;2668"/>
          <p:cNvSpPr/>
          <p:nvPr>
            <p:custDataLst>
              <p:tags r:id="rId13"/>
            </p:custDataLst>
          </p:nvPr>
        </p:nvSpPr>
        <p:spPr>
          <a:xfrm>
            <a:off x="10847900" y="3542319"/>
            <a:ext cx="358838" cy="308029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4"/>
            </p:custDataLst>
          </p:nvPr>
        </p:nvSpPr>
        <p:spPr>
          <a:xfrm>
            <a:off x="9428427" y="4663925"/>
            <a:ext cx="2068556" cy="7468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增强对比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3" name="图片 12" descr="/data/temp/909ef372-9274-11ef-8dff-96bc50b1b603.jpg@base@tag=imgScale&amp;m=1&amp;w=271&amp;h=271&amp;q=95909ef372-9274-11ef-8dff-96bc50b1b60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37348" r="37348"/>
          <a:stretch>
            <a:fillRect/>
          </a:stretch>
        </p:blipFill>
        <p:spPr>
          <a:xfrm>
            <a:off x="8284593" y="4548969"/>
            <a:ext cx="977436" cy="977436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360000"/>
            <a:ext cx="5401200" cy="720000"/>
          </a:xfrm>
        </p:spPr>
        <p:txBody>
          <a:bodyPr lIns="0" tIns="0" rIns="0" bIns="0" anchor="b"/>
          <a:lstStyle/>
          <a:p>
            <a:pPr algn="l"/>
            <a:r>
              <a:rPr lang="zh-CN" altLang="en-US"/>
              <a:t>术后护理与恢复</a:t>
            </a:r>
            <a:endParaRPr lang="zh-CN" altLang="en-US"/>
          </a:p>
        </p:txBody>
      </p:sp>
      <p:pic>
        <p:nvPicPr>
          <p:cNvPr id="4" name="图片 3" descr="D:/MyData/桌面/微信图片_20241028105631.jpg微信图片_20241028105631"/>
          <p:cNvPicPr/>
          <p:nvPr>
            <p:custDataLst>
              <p:tags r:id="rId2"/>
            </p:custDataLst>
          </p:nvPr>
        </p:nvPicPr>
        <p:blipFill>
          <a:blip r:embed="rId3"/>
          <a:srcRect l="21380" r="21380"/>
        </p:blipFill>
        <p:spPr>
          <a:xfrm>
            <a:off x="6957695" y="0"/>
            <a:ext cx="5234305" cy="6858000"/>
          </a:xfrm>
          <a:prstGeom prst="rect">
            <a:avLst/>
          </a:prstGeom>
          <a:blipFill rotWithShape="1">
            <a:blip r:embed="rId4"/>
            <a:stretch>
              <a:fillRect t="-1000" r="-1000" b="-1000"/>
            </a:stretch>
          </a:blip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676018" y="2077460"/>
            <a:ext cx="4300220" cy="10394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术后密切观察患者有无脑脊液漏、感染等并发症，及时处理以保障患者安全。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676018" y="1713605"/>
            <a:ext cx="4300220" cy="32255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监测术后并发症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720343" y="1765040"/>
            <a:ext cx="667385" cy="667385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lvl="0" indent="0" algn="ctr" fontAlgn="auto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676653" y="3689725"/>
            <a:ext cx="4300220" cy="10394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根据垂体瘤类型和手术结果，给予必要的药物治疗和激素替代，以维持内分泌平衡。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1676653" y="3325870"/>
            <a:ext cx="4300220" cy="32255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药物治疗与激素替代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720343" y="3392545"/>
            <a:ext cx="667385" cy="667385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lvl="0" indent="0" algn="ctr" fontAlgn="auto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1677288" y="5301990"/>
            <a:ext cx="4300220" cy="10394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提供个性化的康复训练计划，同时给予心理支持，帮助患者尽快恢复正常生活。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1677288" y="4938135"/>
            <a:ext cx="4300220" cy="32255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tx1"/>
                </a:solidFill>
                <a:latin typeface="+mn-ea"/>
                <a:cs typeface="+mn-ea"/>
              </a:rPr>
              <a:t>康复训练与心理支持</a:t>
            </a:r>
            <a:endParaRPr lang="zh-CN" altLang="en-US" sz="20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720343" y="5002905"/>
            <a:ext cx="667385" cy="667385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lvl="0" indent="0" algn="ctr" fontAlgn="auto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>
            <a:noAutofit/>
          </a:bodyPr>
          <a:lstStyle/>
          <a:p>
            <a:r>
              <a:rPr lang="zh-CN" altLang="en-US" dirty="0">
                <a:sym typeface="+mn-ea"/>
              </a:rPr>
              <a:t>并发症预防与处理</a:t>
            </a:r>
            <a:endParaRPr lang="zh-CN" altLang="en-US" dirty="0">
              <a:sym typeface="+mn-ea"/>
            </a:endParaRPr>
          </a:p>
        </p:txBody>
      </p:sp>
      <p:sp>
        <p:nvSpPr>
          <p:cNvPr id="5" name="矩形: 圆角 3"/>
          <p:cNvSpPr/>
          <p:nvPr>
            <p:custDataLst>
              <p:tags r:id="rId2"/>
            </p:custDataLst>
          </p:nvPr>
        </p:nvSpPr>
        <p:spPr>
          <a:xfrm>
            <a:off x="8623300" y="2910336"/>
            <a:ext cx="2872920" cy="213706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1"/>
          <p:cNvSpPr/>
          <p:nvPr>
            <p:custDataLst>
              <p:tags r:id="rId3"/>
            </p:custDataLst>
          </p:nvPr>
        </p:nvSpPr>
        <p:spPr>
          <a:xfrm>
            <a:off x="4659630" y="2910336"/>
            <a:ext cx="2872920" cy="213706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2"/>
          <p:cNvSpPr/>
          <p:nvPr>
            <p:custDataLst>
              <p:tags r:id="rId4"/>
            </p:custDataLst>
          </p:nvPr>
        </p:nvSpPr>
        <p:spPr>
          <a:xfrm>
            <a:off x="695960" y="2910336"/>
            <a:ext cx="2872920" cy="213706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782320" y="5203956"/>
            <a:ext cx="2700000" cy="128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在手术中仔细操作，避免损伤硬脑膜，术后密切监测，及时处理脑脊液漏。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002030" y="4062861"/>
            <a:ext cx="2260599" cy="867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FFFF"/>
                </a:solidFill>
                <a:latin typeface="+mn-ea"/>
                <a:cs typeface="+mn-ea"/>
              </a:rPr>
              <a:t>预防脑脊液漏</a:t>
            </a:r>
            <a:endParaRPr kumimoji="1" lang="zh-CN" altLang="en-US" sz="20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4745990" y="5203956"/>
            <a:ext cx="2700000" cy="128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严格执行无菌操作，术后给予适当的抗生素预防感染，密切观察患者体温和伤口情况。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4965700" y="4062861"/>
            <a:ext cx="2260599" cy="867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FFFFFF"/>
                </a:solidFill>
                <a:latin typeface="+mn-ea"/>
                <a:cs typeface="+mn-ea"/>
              </a:rPr>
              <a:t>控制术后感染</a:t>
            </a:r>
            <a:endParaRPr kumimoji="1" lang="zh-CN" altLang="en-US" sz="20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8709660" y="5203956"/>
            <a:ext cx="2700000" cy="1279656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术后定期检测患者激素水平，及时发现和处理内分泌功能异常，如尿崩症等。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8929370" y="4062861"/>
            <a:ext cx="2260600" cy="867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FFFFFF"/>
                </a:solidFill>
                <a:latin typeface="+mn-ea"/>
                <a:cs typeface="+mn-ea"/>
              </a:rPr>
              <a:t>激素水平监测</a:t>
            </a:r>
            <a:endParaRPr kumimoji="1" lang="zh-CN" altLang="en-US" sz="20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24" name="图片 23" descr="/data/temp/9189a1e6-9274-11ef-80f9-2296d320e230.jpg@base@tag=imgScale&amp;m=1&amp;w=620&amp;h=620&amp;q=959189a1e6-9274-11ef-80f9-2296d320e230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 l="49697" r="3263"/>
          <a:stretch>
            <a:fillRect/>
          </a:stretch>
        </p:blipFill>
        <p:spPr>
          <a:xfrm>
            <a:off x="1016634" y="1753366"/>
            <a:ext cx="2232000" cy="2232000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pic>
        <p:nvPicPr>
          <p:cNvPr id="25" name="图片 24" descr="/data/temp/9189a10d-9274-11ef-80f9-2296d320e230.jpg@base@tag=imgScale&amp;m=1&amp;w=620&amp;h=620&amp;q=959189a10d-9274-11ef-80f9-2296d320e23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16774" r="16774"/>
          <a:stretch>
            <a:fillRect/>
          </a:stretch>
        </p:blipFill>
        <p:spPr>
          <a:xfrm>
            <a:off x="4980305" y="1753366"/>
            <a:ext cx="2232000" cy="2232000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pic>
        <p:nvPicPr>
          <p:cNvPr id="26" name="图片 25" descr="/data/temp/9189a1ca-9274-11ef-80f9-2296d320e230.jpg@base@tag=imgScale&amp;m=1&amp;w=620&amp;h=620&amp;q=959189a1ca-9274-11ef-80f9-2296d320e23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16667" r="16667"/>
          <a:stretch>
            <a:fillRect/>
          </a:stretch>
        </p:blipFill>
        <p:spPr>
          <a:xfrm>
            <a:off x="8943340" y="1753366"/>
            <a:ext cx="2232000" cy="2232000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4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noFill/>
        </p:spPr>
        <p:txBody>
          <a:bodyPr wrap="square" lIns="91440" tIns="45720" rIns="91440" bIns="45720" rtlCol="0" anchor="b">
            <a:noAutofit/>
          </a:bodyPr>
          <a:lstStyle/>
          <a:p>
            <a:r>
              <a:rPr lang="zh-CN" altLang="en-US" dirty="0"/>
              <a:t>疗效评估与随访</a:t>
            </a:r>
            <a:endParaRPr lang="zh-CN" altLang="en-US" dirty="0"/>
          </a:p>
        </p:txBody>
      </p:sp>
      <p:sp>
        <p:nvSpPr>
          <p:cNvPr id="2" name="任意形状 2"/>
          <p:cNvSpPr/>
          <p:nvPr>
            <p:custDataLst>
              <p:tags r:id="rId2"/>
            </p:custDataLst>
          </p:nvPr>
        </p:nvSpPr>
        <p:spPr>
          <a:xfrm>
            <a:off x="248" y="1543467"/>
            <a:ext cx="12191753" cy="5314831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chemeClr val="accent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4" name="任意形状 1"/>
          <p:cNvSpPr/>
          <p:nvPr>
            <p:custDataLst>
              <p:tags r:id="rId3"/>
            </p:custDataLst>
          </p:nvPr>
        </p:nvSpPr>
        <p:spPr>
          <a:xfrm>
            <a:off x="248" y="1608236"/>
            <a:ext cx="12191753" cy="5249987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68000">
                <a:schemeClr val="accent1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6" name="任意多边形: 形状 20"/>
          <p:cNvSpPr/>
          <p:nvPr>
            <p:custDataLst>
              <p:tags r:id="rId4"/>
            </p:custDataLst>
          </p:nvPr>
        </p:nvSpPr>
        <p:spPr>
          <a:xfrm>
            <a:off x="-4197" y="1648240"/>
            <a:ext cx="12188501" cy="5214028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latin typeface="+mj-ea"/>
              <a:ea typeface="+mj-ea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1733128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1675979" y="4037062"/>
            <a:ext cx="1148784" cy="4756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kumimoji="1" lang="en-US" altLang="zh-CN" sz="27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962253" y="5002242"/>
            <a:ext cx="2575932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通过MRI或CT扫描评估肿瘤切除程度，监测术后恢复情况，确保无残留或复发。</a:t>
            </a:r>
            <a:endParaRPr lang="zh-CN" altLang="en-US" sz="140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7" name="椭圆 16"/>
          <p:cNvSpPr/>
          <p:nvPr>
            <p:custDataLst>
              <p:tags r:id="rId8"/>
            </p:custDataLst>
          </p:nvPr>
        </p:nvSpPr>
        <p:spPr>
          <a:xfrm>
            <a:off x="5600834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5543686" y="4028807"/>
            <a:ext cx="1148784" cy="4756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kumimoji="1" lang="en-US" altLang="zh-CN" sz="27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4830595" y="4993988"/>
            <a:ext cx="2575932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定期检测激素水平，评估垂体功能恢复情况，及时调整治疗方案。</a:t>
            </a:r>
            <a:endParaRPr lang="zh-CN" altLang="en-US" sz="140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椭圆 34"/>
          <p:cNvSpPr/>
          <p:nvPr>
            <p:custDataLst>
              <p:tags r:id="rId11"/>
            </p:custDataLst>
          </p:nvPr>
        </p:nvSpPr>
        <p:spPr>
          <a:xfrm>
            <a:off x="9469176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9412027" y="4028807"/>
            <a:ext cx="1148785" cy="4756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kumimoji="1" lang="en-US" altLang="zh-CN" sz="27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7" name="矩形 36"/>
          <p:cNvSpPr/>
          <p:nvPr>
            <p:custDataLst>
              <p:tags r:id="rId13"/>
            </p:custDataLst>
          </p:nvPr>
        </p:nvSpPr>
        <p:spPr>
          <a:xfrm>
            <a:off x="8698302" y="4993988"/>
            <a:ext cx="2575932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通过问卷调查和临床评估，了解患者术后的生活质量改善情况，包括视力、头痛等症状的缓解。</a:t>
            </a:r>
            <a:endParaRPr lang="zh-CN" altLang="en-US" sz="140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8" name="矩形 37"/>
          <p:cNvSpPr/>
          <p:nvPr>
            <p:custDataLst>
              <p:tags r:id="rId14"/>
            </p:custDataLst>
          </p:nvPr>
        </p:nvSpPr>
        <p:spPr>
          <a:xfrm>
            <a:off x="962253" y="4536797"/>
            <a:ext cx="2577548" cy="37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术后影像学复查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5"/>
            </p:custDataLst>
          </p:nvPr>
        </p:nvSpPr>
        <p:spPr>
          <a:xfrm>
            <a:off x="4830595" y="4536797"/>
            <a:ext cx="2577548" cy="37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内分泌功能监测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6"/>
            </p:custDataLst>
          </p:nvPr>
        </p:nvSpPr>
        <p:spPr>
          <a:xfrm>
            <a:off x="8698302" y="4536797"/>
            <a:ext cx="2577548" cy="37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生活质量评估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46" name="图形 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980138" y="3038862"/>
            <a:ext cx="542632" cy="539849"/>
          </a:xfrm>
          <a:prstGeom prst="rect">
            <a:avLst/>
          </a:prstGeom>
        </p:spPr>
      </p:pic>
      <p:pic>
        <p:nvPicPr>
          <p:cNvPr id="47" name="图形 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66259" y="3064262"/>
            <a:ext cx="505642" cy="488972"/>
          </a:xfrm>
          <a:prstGeom prst="rect">
            <a:avLst/>
          </a:prstGeom>
        </p:spPr>
      </p:pic>
      <p:pic>
        <p:nvPicPr>
          <p:cNvPr id="48" name="图形 3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39681" y="3038862"/>
            <a:ext cx="495323" cy="539847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730" y="2268855"/>
            <a:ext cx="10800080" cy="1355725"/>
          </a:xfrm>
        </p:spPr>
        <p:txBody>
          <a:bodyPr/>
          <a:p>
            <a:r>
              <a:rPr lang="en-US" altLang="zh-CN" sz="6600">
                <a:solidFill>
                  <a:schemeClr val="accent1"/>
                </a:solidFill>
                <a:uFillTx/>
                <a:latin typeface="+中文标题" charset="0"/>
              </a:rPr>
              <a:t>         </a:t>
            </a:r>
            <a:r>
              <a:rPr lang="zh-CN" altLang="en-US" sz="6600">
                <a:solidFill>
                  <a:schemeClr val="accent1"/>
                </a:solidFill>
                <a:uFillTx/>
                <a:latin typeface="+中文标题" charset="0"/>
              </a:rPr>
              <a:t>典型病例分享</a:t>
            </a:r>
            <a:endParaRPr lang="zh-CN" altLang="en-US" sz="6600">
              <a:solidFill>
                <a:schemeClr val="accent1"/>
              </a:solidFill>
              <a:uFillTx/>
              <a:latin typeface="+中文标题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武某</a:t>
            </a:r>
            <a:endParaRPr lang="en-US" altLang="zh-CN" dirty="0"/>
          </a:p>
        </p:txBody>
      </p:sp>
      <p:sp>
        <p:nvSpPr>
          <p:cNvPr id="3" name="内容占位符 3"/>
          <p:cNvSpPr>
            <a:spLocks noGrp="1"/>
          </p:cNvSpPr>
          <p:nvPr/>
        </p:nvSpPr>
        <p:spPr>
          <a:xfrm>
            <a:off x="735965" y="1311275"/>
            <a:ext cx="10720705" cy="48755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1</a:t>
            </a:r>
            <a:r>
              <a:rPr lang="zh-CN" altLang="en-US" b="1" dirty="0"/>
              <a:t>、男</a:t>
            </a:r>
            <a:r>
              <a:rPr lang="zh-CN" altLang="en-US" b="1" dirty="0"/>
              <a:t>性，</a:t>
            </a:r>
            <a:r>
              <a:rPr lang="en-US" altLang="zh-CN" b="1" dirty="0"/>
              <a:t>53</a:t>
            </a:r>
            <a:r>
              <a:rPr lang="zh-CN" altLang="en-US" b="1" dirty="0"/>
              <a:t>岁；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、主诉：</a:t>
            </a:r>
            <a:r>
              <a:rPr lang="zh-CN" b="1" dirty="0"/>
              <a:t>反复头晕</a:t>
            </a:r>
            <a:r>
              <a:rPr lang="en-US" altLang="zh-CN" b="1" dirty="0"/>
              <a:t>1</a:t>
            </a:r>
            <a:r>
              <a:rPr lang="zh-CN" altLang="en-US" b="1" dirty="0"/>
              <a:t>天；</a:t>
            </a:r>
            <a:endParaRPr lang="zh-CN" altLang="en-US" b="1" dirty="0"/>
          </a:p>
          <a:p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3</a:t>
            </a:r>
            <a:r>
              <a:rPr lang="zh-CN" altLang="en-US" b="1" dirty="0"/>
              <a:t>、既往高血压病史，规律服药，控制良好；肾结石病史；否认食品药品过敏史；</a:t>
            </a: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4</a:t>
            </a:r>
            <a:r>
              <a:rPr lang="zh-CN" altLang="en-US" b="1" dirty="0"/>
              <a:t>、查体：神志清楚，双侧瞳孔等大，光反射存在，左眼视力：</a:t>
            </a:r>
            <a:r>
              <a:rPr lang="en-US" altLang="zh-CN" b="1" dirty="0"/>
              <a:t>0.5</a:t>
            </a:r>
            <a:r>
              <a:rPr lang="zh-CN" altLang="en-US" b="1" dirty="0"/>
              <a:t>；右眼视力：</a:t>
            </a:r>
            <a:r>
              <a:rPr lang="en-US" altLang="zh-CN" b="1" dirty="0"/>
              <a:t>0.25</a:t>
            </a:r>
            <a:r>
              <a:rPr lang="zh-CN" altLang="en-US" b="1" dirty="0"/>
              <a:t>，视野无缺损，颈软，双肺呼吸音粗，腹平软，四肢自主活动，肌力、肌张力基本正常，病理征未引出。</a:t>
            </a: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zh-CN" altLang="en-US" b="1" dirty="0">
                <a:sym typeface="+mn-ea"/>
              </a:rPr>
              <a:t>实验室检查：皮质醇（</a:t>
            </a:r>
            <a:r>
              <a:rPr lang="en-US" altLang="zh-CN" b="1" dirty="0">
                <a:sym typeface="+mn-ea"/>
              </a:rPr>
              <a:t>4PM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8AM</a:t>
            </a:r>
            <a:r>
              <a:rPr lang="zh-CN" altLang="en-US" b="1" dirty="0">
                <a:sym typeface="+mn-ea"/>
              </a:rPr>
              <a:t>）、甲免三项：正常范围内。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3045" y="1216660"/>
            <a:ext cx="4154805" cy="380365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450" y="1217295"/>
            <a:ext cx="3597275" cy="3802380"/>
          </a:xfrm>
          <a:prstGeom prst="rect">
            <a:avLst/>
          </a:prstGeom>
        </p:spPr>
      </p:pic>
      <p:pic>
        <p:nvPicPr>
          <p:cNvPr id="7" name="图片 6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" y="1184910"/>
            <a:ext cx="3674110" cy="383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8150" y="1708150"/>
            <a:ext cx="3495675" cy="3377565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55" y="1698625"/>
            <a:ext cx="3594735" cy="3382645"/>
          </a:xfrm>
          <a:prstGeom prst="rect">
            <a:avLst/>
          </a:prstGeom>
        </p:spPr>
      </p:pic>
      <p:pic>
        <p:nvPicPr>
          <p:cNvPr id="4" name="图片 3" descr="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185" y="1703705"/>
            <a:ext cx="3534410" cy="3382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"/>
          <p:cNvPicPr>
            <a:picLocks noChangeAspect="1"/>
          </p:cNvPicPr>
          <p:nvPr/>
        </p:nvPicPr>
        <p:blipFill>
          <a:blip r:embed="rId1"/>
          <a:srcRect l="16434"/>
          <a:stretch>
            <a:fillRect/>
          </a:stretch>
        </p:blipFill>
        <p:spPr>
          <a:xfrm>
            <a:off x="574675" y="1920875"/>
            <a:ext cx="3600000" cy="2880000"/>
          </a:xfrm>
          <a:prstGeom prst="rect">
            <a:avLst/>
          </a:prstGeom>
        </p:spPr>
      </p:pic>
      <p:pic>
        <p:nvPicPr>
          <p:cNvPr id="3" name="图片 2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135" y="1920875"/>
            <a:ext cx="3600000" cy="2880000"/>
          </a:xfrm>
          <a:prstGeom prst="rect">
            <a:avLst/>
          </a:prstGeom>
        </p:spPr>
      </p:pic>
      <p:pic>
        <p:nvPicPr>
          <p:cNvPr id="4" name="图片 3" descr="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595" y="1920875"/>
            <a:ext cx="3600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45" y="1454150"/>
            <a:ext cx="3225800" cy="3578225"/>
          </a:xfrm>
          <a:prstGeom prst="rect">
            <a:avLst/>
          </a:prstGeom>
        </p:spPr>
      </p:pic>
      <p:pic>
        <p:nvPicPr>
          <p:cNvPr id="3" name="图片 2" descr="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625" y="1443990"/>
            <a:ext cx="3721735" cy="3588385"/>
          </a:xfrm>
          <a:prstGeom prst="rect">
            <a:avLst/>
          </a:prstGeom>
        </p:spPr>
      </p:pic>
      <p:pic>
        <p:nvPicPr>
          <p:cNvPr id="4" name="图片 3" descr="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43990"/>
            <a:ext cx="3902075" cy="35648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55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2680" y="125730"/>
            <a:ext cx="4866005" cy="66059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蔡某华</a:t>
            </a:r>
            <a:endParaRPr lang="zh-CN" altLang="en-US" dirty="0"/>
          </a:p>
        </p:txBody>
      </p:sp>
      <p:sp>
        <p:nvSpPr>
          <p:cNvPr id="3" name="内容占位符 3"/>
          <p:cNvSpPr>
            <a:spLocks noGrp="1"/>
          </p:cNvSpPr>
          <p:nvPr/>
        </p:nvSpPr>
        <p:spPr>
          <a:xfrm>
            <a:off x="735965" y="1311275"/>
            <a:ext cx="10720705" cy="48755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zh-CN" altLang="en-US" b="1" dirty="0"/>
              <a:t>女性，</a:t>
            </a:r>
            <a:r>
              <a:rPr lang="en-US" altLang="zh-CN" b="1" dirty="0"/>
              <a:t>51</a:t>
            </a:r>
            <a:r>
              <a:rPr lang="zh-CN" altLang="en-US" b="1" dirty="0"/>
              <a:t>岁；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、主诉：发现鞍区病变</a:t>
            </a:r>
            <a:r>
              <a:rPr lang="en-US" altLang="zh-CN" b="1" dirty="0"/>
              <a:t>1</a:t>
            </a:r>
            <a:r>
              <a:rPr lang="zh-CN" altLang="en-US" b="1" dirty="0"/>
              <a:t>月；</a:t>
            </a:r>
            <a:endParaRPr lang="zh-CN" altLang="en-US" b="1" dirty="0"/>
          </a:p>
          <a:p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3</a:t>
            </a:r>
            <a:r>
              <a:rPr lang="zh-CN" altLang="en-US" b="1" dirty="0"/>
              <a:t>、既往</a:t>
            </a:r>
            <a:r>
              <a:rPr lang="zh-CN" b="1" dirty="0"/>
              <a:t>高血压病史，长期规律口服药物治疗</a:t>
            </a:r>
            <a:r>
              <a:rPr lang="zh-CN" altLang="en-US" b="1" dirty="0"/>
              <a:t>，否认食品药品过敏史；</a:t>
            </a: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4</a:t>
            </a:r>
            <a:r>
              <a:rPr lang="zh-CN" altLang="en-US" b="1" dirty="0"/>
              <a:t>、查体：神志清楚，双侧瞳孔等大，光反射存在，左眼视力：</a:t>
            </a:r>
            <a:r>
              <a:rPr lang="en-US" altLang="zh-CN" b="1" dirty="0"/>
              <a:t>0.8</a:t>
            </a:r>
            <a:r>
              <a:rPr lang="zh-CN" altLang="en-US" b="1" dirty="0"/>
              <a:t>；右眼视力：</a:t>
            </a:r>
            <a:r>
              <a:rPr lang="en-US" altLang="zh-CN" b="1" dirty="0"/>
              <a:t>0.6</a:t>
            </a:r>
            <a:r>
              <a:rPr lang="zh-CN" altLang="en-US" b="1" dirty="0"/>
              <a:t>，视野正常，颈软，双肺呼吸音粗，腹平软，四肢自主活动，肌力、肌张力基本正常，病理征未引出。</a:t>
            </a: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zh-CN" altLang="en-US" b="1" dirty="0">
                <a:sym typeface="+mn-ea"/>
              </a:rPr>
              <a:t>实验室检查：皮质醇（</a:t>
            </a:r>
            <a:r>
              <a:rPr lang="en-US" altLang="zh-CN" b="1" dirty="0">
                <a:sym typeface="+mn-ea"/>
              </a:rPr>
              <a:t>4PM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8AM</a:t>
            </a:r>
            <a:r>
              <a:rPr lang="zh-CN" altLang="en-US" b="1" dirty="0">
                <a:sym typeface="+mn-ea"/>
              </a:rPr>
              <a:t>）、甲免三项：正常范围内。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蔡某华</a:t>
            </a:r>
            <a:endParaRPr lang="zh-CN" altLang="en-US"/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2278166" y="2405248"/>
            <a:ext cx="9398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695653" y="3959184"/>
            <a:ext cx="1872110" cy="22747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696923" y="3400986"/>
            <a:ext cx="1869550" cy="40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1、女性，51岁；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5" name="弧形 34"/>
          <p:cNvSpPr/>
          <p:nvPr>
            <p:custDataLst>
              <p:tags r:id="rId5"/>
            </p:custDataLst>
          </p:nvPr>
        </p:nvSpPr>
        <p:spPr>
          <a:xfrm>
            <a:off x="985230" y="1758145"/>
            <a:ext cx="1292936" cy="1293571"/>
          </a:xfrm>
          <a:prstGeom prst="arc">
            <a:avLst>
              <a:gd name="adj1" fmla="val 6360448"/>
              <a:gd name="adj2" fmla="val 445787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6"/>
            </p:custDataLst>
          </p:nvPr>
        </p:nvSpPr>
        <p:spPr>
          <a:xfrm>
            <a:off x="1450712" y="2849774"/>
            <a:ext cx="361971" cy="3626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7" name="图片 5" descr="32313538333630393b32313538333731303bbdbbd7f7d2b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1340" y="2193780"/>
            <a:ext cx="438988" cy="438988"/>
          </a:xfrm>
          <a:prstGeom prst="rect">
            <a:avLst/>
          </a:prstGeom>
        </p:spPr>
      </p:pic>
      <p:sp>
        <p:nvSpPr>
          <p:cNvPr id="38" name="弧形 37"/>
          <p:cNvSpPr/>
          <p:nvPr>
            <p:custDataLst>
              <p:tags r:id="rId10"/>
            </p:custDataLst>
          </p:nvPr>
        </p:nvSpPr>
        <p:spPr>
          <a:xfrm>
            <a:off x="3218021" y="1758145"/>
            <a:ext cx="1292936" cy="1293571"/>
          </a:xfrm>
          <a:prstGeom prst="arc">
            <a:avLst>
              <a:gd name="adj1" fmla="val 6368490"/>
              <a:gd name="adj2" fmla="val 442923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>
            <p:custDataLst>
              <p:tags r:id="rId11"/>
            </p:custDataLst>
          </p:nvPr>
        </p:nvSpPr>
        <p:spPr>
          <a:xfrm>
            <a:off x="3683503" y="2849774"/>
            <a:ext cx="361971" cy="3626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0" name="弧形 39"/>
          <p:cNvSpPr/>
          <p:nvPr>
            <p:custDataLst>
              <p:tags r:id="rId12"/>
            </p:custDataLst>
          </p:nvPr>
        </p:nvSpPr>
        <p:spPr>
          <a:xfrm>
            <a:off x="5450812" y="1758145"/>
            <a:ext cx="1292936" cy="1293571"/>
          </a:xfrm>
          <a:prstGeom prst="arc">
            <a:avLst>
              <a:gd name="adj1" fmla="val 6390174"/>
              <a:gd name="adj2" fmla="val 44466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13" descr="32313538333630393b32313538333732303bcad5b2d8bfceb3c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54696" y="2186795"/>
            <a:ext cx="483782" cy="483782"/>
          </a:xfrm>
          <a:prstGeom prst="rect">
            <a:avLst/>
          </a:prstGeom>
        </p:spPr>
      </p:pic>
      <p:sp>
        <p:nvSpPr>
          <p:cNvPr id="42" name="椭圆 41"/>
          <p:cNvSpPr/>
          <p:nvPr>
            <p:custDataLst>
              <p:tags r:id="rId16"/>
            </p:custDataLst>
          </p:nvPr>
        </p:nvSpPr>
        <p:spPr>
          <a:xfrm>
            <a:off x="5916294" y="2849774"/>
            <a:ext cx="361971" cy="3626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3" name="图片 12" descr="32313538333630393b32313538333731393bcbd1cbf7bfceb3c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09078" y="2186795"/>
            <a:ext cx="435744" cy="435744"/>
          </a:xfrm>
          <a:prstGeom prst="rect">
            <a:avLst/>
          </a:prstGeom>
        </p:spPr>
      </p:pic>
      <p:sp>
        <p:nvSpPr>
          <p:cNvPr id="44" name="弧形 43"/>
          <p:cNvSpPr/>
          <p:nvPr>
            <p:custDataLst>
              <p:tags r:id="rId20"/>
            </p:custDataLst>
          </p:nvPr>
        </p:nvSpPr>
        <p:spPr>
          <a:xfrm>
            <a:off x="7680428" y="1758145"/>
            <a:ext cx="1292936" cy="1293571"/>
          </a:xfrm>
          <a:prstGeom prst="arc">
            <a:avLst>
              <a:gd name="adj1" fmla="val 6362077"/>
              <a:gd name="adj2" fmla="val 44018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>
            <p:custDataLst>
              <p:tags r:id="rId21"/>
            </p:custDataLst>
          </p:nvPr>
        </p:nvSpPr>
        <p:spPr>
          <a:xfrm>
            <a:off x="8145910" y="2849774"/>
            <a:ext cx="361971" cy="3626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22"/>
            </p:custDataLst>
          </p:nvPr>
        </p:nvSpPr>
        <p:spPr>
          <a:xfrm>
            <a:off x="9626817" y="3959819"/>
            <a:ext cx="1872110" cy="22747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5、实验室检查：皮质醇（4PM、8AM）、甲免三项：正常范围内。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3"/>
            </p:custDataLst>
          </p:nvPr>
        </p:nvSpPr>
        <p:spPr>
          <a:xfrm>
            <a:off x="7390216" y="3400986"/>
            <a:ext cx="1873360" cy="40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8" name="矩形 47"/>
          <p:cNvSpPr/>
          <p:nvPr>
            <p:custDataLst>
              <p:tags r:id="rId24"/>
            </p:custDataLst>
          </p:nvPr>
        </p:nvSpPr>
        <p:spPr>
          <a:xfrm>
            <a:off x="7390851" y="3959819"/>
            <a:ext cx="1872110" cy="22747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4、查体：神志清楚，双侧瞳孔等大，光反射存在，左眼视力：0.8；右眼视力：0.6，视野正常，颈软，双肺呼吸音粗，腹平软，四肢自主活动，肌力、肌张力基本正常，病理征未引出。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9" name="矩形 48"/>
          <p:cNvSpPr/>
          <p:nvPr>
            <p:custDataLst>
              <p:tags r:id="rId25"/>
            </p:custDataLst>
          </p:nvPr>
        </p:nvSpPr>
        <p:spPr>
          <a:xfrm>
            <a:off x="5165680" y="3400986"/>
            <a:ext cx="1863199" cy="40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0" name="矩形 49"/>
          <p:cNvSpPr/>
          <p:nvPr>
            <p:custDataLst>
              <p:tags r:id="rId26"/>
            </p:custDataLst>
          </p:nvPr>
        </p:nvSpPr>
        <p:spPr>
          <a:xfrm>
            <a:off x="2928444" y="3959819"/>
            <a:ext cx="1872110" cy="22747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2、主诉：发现鞍区病变1月；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1" name="矩形 50"/>
          <p:cNvSpPr/>
          <p:nvPr>
            <p:custDataLst>
              <p:tags r:id="rId27"/>
            </p:custDataLst>
          </p:nvPr>
        </p:nvSpPr>
        <p:spPr>
          <a:xfrm>
            <a:off x="2929714" y="3400986"/>
            <a:ext cx="1869550" cy="40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2" name="弧形 51"/>
          <p:cNvSpPr/>
          <p:nvPr>
            <p:custDataLst>
              <p:tags r:id="rId28"/>
            </p:custDataLst>
          </p:nvPr>
        </p:nvSpPr>
        <p:spPr>
          <a:xfrm>
            <a:off x="9916394" y="1758780"/>
            <a:ext cx="1292936" cy="1293571"/>
          </a:xfrm>
          <a:prstGeom prst="arc">
            <a:avLst>
              <a:gd name="adj1" fmla="val 6404146"/>
              <a:gd name="adj2" fmla="val 443503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29"/>
            </p:custDataLst>
          </p:nvPr>
        </p:nvSpPr>
        <p:spPr>
          <a:xfrm>
            <a:off x="10381876" y="2850409"/>
            <a:ext cx="361971" cy="3626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4" name="矩形 53"/>
          <p:cNvSpPr/>
          <p:nvPr>
            <p:custDataLst>
              <p:tags r:id="rId30"/>
            </p:custDataLst>
          </p:nvPr>
        </p:nvSpPr>
        <p:spPr>
          <a:xfrm>
            <a:off x="5161235" y="3959184"/>
            <a:ext cx="1872110" cy="22747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3、既往高血压病史，长期规律口服药物治疗，否认食品药品过敏史；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5" name="矩形 54"/>
          <p:cNvSpPr/>
          <p:nvPr>
            <p:custDataLst>
              <p:tags r:id="rId31"/>
            </p:custDataLst>
          </p:nvPr>
        </p:nvSpPr>
        <p:spPr>
          <a:xfrm>
            <a:off x="9628087" y="3400986"/>
            <a:ext cx="1870185" cy="40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56" name="图片 10" descr="333438303937363b333438313037373bcad0b3a1b5f7b2e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343139" y="2185525"/>
            <a:ext cx="439288" cy="439288"/>
          </a:xfrm>
          <a:prstGeom prst="rect">
            <a:avLst/>
          </a:prstGeom>
        </p:spPr>
      </p:pic>
      <p:pic>
        <p:nvPicPr>
          <p:cNvPr id="57" name="图片 14" descr="32313538333630393b32313538333732313bb6fac2f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23175" y="2163933"/>
            <a:ext cx="481670" cy="481670"/>
          </a:xfrm>
          <a:prstGeom prst="rect">
            <a:avLst/>
          </a:prstGeom>
        </p:spPr>
      </p:pic>
      <p:cxnSp>
        <p:nvCxnSpPr>
          <p:cNvPr id="58" name="直接连接符 57"/>
          <p:cNvCxnSpPr/>
          <p:nvPr>
            <p:custDataLst>
              <p:tags r:id="rId38"/>
            </p:custDataLst>
          </p:nvPr>
        </p:nvCxnSpPr>
        <p:spPr>
          <a:xfrm>
            <a:off x="4513497" y="2405248"/>
            <a:ext cx="9398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39"/>
            </p:custDataLst>
          </p:nvPr>
        </p:nvCxnSpPr>
        <p:spPr>
          <a:xfrm>
            <a:off x="6743748" y="2405248"/>
            <a:ext cx="9398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40"/>
            </p:custDataLst>
          </p:nvPr>
        </p:nvCxnSpPr>
        <p:spPr>
          <a:xfrm>
            <a:off x="8976539" y="2405248"/>
            <a:ext cx="9398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1640" y="3397250"/>
            <a:ext cx="3180080" cy="3321050"/>
          </a:xfrm>
          <a:prstGeom prst="rect">
            <a:avLst/>
          </a:prstGeom>
        </p:spPr>
      </p:pic>
      <p:pic>
        <p:nvPicPr>
          <p:cNvPr id="3" name="图片 2" descr="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40" y="-13970"/>
            <a:ext cx="3180080" cy="3339465"/>
          </a:xfrm>
          <a:prstGeom prst="rect">
            <a:avLst/>
          </a:prstGeom>
        </p:spPr>
      </p:pic>
      <p:pic>
        <p:nvPicPr>
          <p:cNvPr id="4" name="图片 3" descr="T2-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085" y="43180"/>
            <a:ext cx="3126740" cy="3225165"/>
          </a:xfrm>
          <a:prstGeom prst="rect">
            <a:avLst/>
          </a:prstGeom>
        </p:spPr>
      </p:pic>
      <p:pic>
        <p:nvPicPr>
          <p:cNvPr id="5" name="图片 4" descr="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530" y="3353435"/>
            <a:ext cx="3149600" cy="340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T1+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7705" y="1231265"/>
            <a:ext cx="3389630" cy="3852545"/>
          </a:xfrm>
          <a:prstGeom prst="rect">
            <a:avLst/>
          </a:prstGeom>
        </p:spPr>
      </p:pic>
      <p:pic>
        <p:nvPicPr>
          <p:cNvPr id="3" name="图片 2" descr="T1+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0" y="1230630"/>
            <a:ext cx="3500120" cy="3853180"/>
          </a:xfrm>
          <a:prstGeom prst="rect">
            <a:avLst/>
          </a:prstGeom>
        </p:spPr>
      </p:pic>
      <p:pic>
        <p:nvPicPr>
          <p:cNvPr id="4" name="图片 3" descr="T1+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" y="1230630"/>
            <a:ext cx="3813175" cy="38531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图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515" y="598170"/>
            <a:ext cx="9516110" cy="5759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" y="139065"/>
            <a:ext cx="2852420" cy="2903855"/>
          </a:xfrm>
          <a:prstGeom prst="rect">
            <a:avLst/>
          </a:prstGeom>
        </p:spPr>
      </p:pic>
      <p:pic>
        <p:nvPicPr>
          <p:cNvPr id="3" name="图片 2" descr="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3243580"/>
            <a:ext cx="3238500" cy="3130550"/>
          </a:xfrm>
          <a:prstGeom prst="rect">
            <a:avLst/>
          </a:prstGeom>
        </p:spPr>
      </p:pic>
      <p:pic>
        <p:nvPicPr>
          <p:cNvPr id="4" name="图片 3" descr="T1+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995" y="90805"/>
            <a:ext cx="2658110" cy="2952115"/>
          </a:xfrm>
          <a:prstGeom prst="rect">
            <a:avLst/>
          </a:prstGeom>
        </p:spPr>
      </p:pic>
      <p:pic>
        <p:nvPicPr>
          <p:cNvPr id="5" name="图片 4" descr="T1+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410" y="3243580"/>
            <a:ext cx="3180715" cy="3130550"/>
          </a:xfrm>
          <a:prstGeom prst="rect">
            <a:avLst/>
          </a:prstGeom>
        </p:spPr>
      </p:pic>
      <p:pic>
        <p:nvPicPr>
          <p:cNvPr id="6" name="图片 5" descr="T1+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373380"/>
            <a:ext cx="3542030" cy="35534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55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2680" y="301625"/>
            <a:ext cx="4866005" cy="64757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毕某芬</a:t>
            </a:r>
            <a:endParaRPr lang="zh-CN" altLang="en-US" dirty="0"/>
          </a:p>
        </p:txBody>
      </p:sp>
      <p:sp>
        <p:nvSpPr>
          <p:cNvPr id="3" name="内容占位符 3"/>
          <p:cNvSpPr>
            <a:spLocks noGrp="1"/>
          </p:cNvSpPr>
          <p:nvPr/>
        </p:nvSpPr>
        <p:spPr>
          <a:xfrm>
            <a:off x="735965" y="1311275"/>
            <a:ext cx="10720705" cy="48755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zh-CN" altLang="en-US" b="1" dirty="0"/>
              <a:t>女性，</a:t>
            </a:r>
            <a:r>
              <a:rPr lang="en-US" altLang="zh-CN" b="1" dirty="0"/>
              <a:t>55</a:t>
            </a:r>
            <a:r>
              <a:rPr lang="zh-CN" altLang="en-US" b="1" dirty="0"/>
              <a:t>岁；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、主诉：发现鞍区病变</a:t>
            </a:r>
            <a:r>
              <a:rPr lang="en-US" b="1" dirty="0"/>
              <a:t>2</a:t>
            </a:r>
            <a:r>
              <a:rPr lang="zh-CN" altLang="en-US" b="1" dirty="0"/>
              <a:t>天；</a:t>
            </a:r>
            <a:endParaRPr lang="zh-CN" altLang="en-US" b="1" dirty="0"/>
          </a:p>
          <a:p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3</a:t>
            </a:r>
            <a:r>
              <a:rPr lang="zh-CN" altLang="en-US" b="1" dirty="0"/>
              <a:t>、既往</a:t>
            </a:r>
            <a:r>
              <a:rPr lang="zh-CN" b="1" dirty="0"/>
              <a:t>否认特殊病史</a:t>
            </a:r>
            <a:r>
              <a:rPr lang="zh-CN" altLang="en-US" b="1" dirty="0"/>
              <a:t>，否认食品药品过敏史；</a:t>
            </a: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4</a:t>
            </a:r>
            <a:r>
              <a:rPr lang="zh-CN" altLang="en-US" b="1" dirty="0"/>
              <a:t>、查体：神志清楚，双侧瞳孔等大，光反射存在，左眼视力：</a:t>
            </a:r>
            <a:r>
              <a:rPr lang="en-US" altLang="zh-CN" b="1" dirty="0"/>
              <a:t>0.5</a:t>
            </a:r>
            <a:r>
              <a:rPr lang="zh-CN" altLang="en-US" b="1" dirty="0"/>
              <a:t>；右眼视力：</a:t>
            </a:r>
            <a:r>
              <a:rPr lang="en-US" altLang="zh-CN" b="1" dirty="0"/>
              <a:t>1</a:t>
            </a:r>
            <a:r>
              <a:rPr lang="en-US" altLang="zh-CN" b="1" dirty="0"/>
              <a:t>.0</a:t>
            </a:r>
            <a:r>
              <a:rPr lang="zh-CN" altLang="en-US" b="1" dirty="0"/>
              <a:t>，左眼视野缺损，颈软，双肺呼吸音粗，腹平软，四肢自主活动，肌力、肌张力基本正常，病理征未引出。</a:t>
            </a: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endParaRPr lang="zh-CN" altLang="en-US" b="1" dirty="0"/>
          </a:p>
          <a:p>
            <a:pPr latinLnBrk="0">
              <a:lnSpc>
                <a:spcPct val="150000"/>
              </a:lnSpc>
              <a:spcBef>
                <a:spcPts val="700"/>
              </a:spcBef>
            </a:pP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zh-CN" altLang="en-US" b="1" dirty="0">
                <a:sym typeface="+mn-ea"/>
              </a:rPr>
              <a:t>实验室检查：皮质醇（</a:t>
            </a:r>
            <a:r>
              <a:rPr lang="en-US" altLang="zh-CN" b="1" dirty="0">
                <a:sym typeface="+mn-ea"/>
              </a:rPr>
              <a:t>4PM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8AM</a:t>
            </a:r>
            <a:r>
              <a:rPr lang="zh-CN" altLang="en-US" b="1" dirty="0">
                <a:sym typeface="+mn-ea"/>
              </a:rPr>
              <a:t>）、甲免三项：正常范围内。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330" y="1514475"/>
            <a:ext cx="3644900" cy="395605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5" y="1514475"/>
            <a:ext cx="3489960" cy="3968115"/>
          </a:xfrm>
          <a:prstGeom prst="rect">
            <a:avLst/>
          </a:prstGeom>
        </p:spPr>
      </p:pic>
      <p:pic>
        <p:nvPicPr>
          <p:cNvPr id="7" name="图片 6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515" y="1514475"/>
            <a:ext cx="3662045" cy="3967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5775" y="1168400"/>
            <a:ext cx="3820795" cy="3842385"/>
          </a:xfrm>
          <a:prstGeom prst="rect">
            <a:avLst/>
          </a:prstGeom>
        </p:spPr>
      </p:pic>
      <p:pic>
        <p:nvPicPr>
          <p:cNvPr id="3" name="图片 2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510" y="1177925"/>
            <a:ext cx="3457575" cy="3865245"/>
          </a:xfrm>
          <a:prstGeom prst="rect">
            <a:avLst/>
          </a:prstGeom>
        </p:spPr>
      </p:pic>
      <p:pic>
        <p:nvPicPr>
          <p:cNvPr id="4" name="图片 3" descr="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1177925"/>
            <a:ext cx="3724910" cy="38233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napShotPNGOID_18_20230417T213436_7207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980" y="411480"/>
            <a:ext cx="9654540" cy="60344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" y="68580"/>
            <a:ext cx="2879090" cy="3281045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15" y="68580"/>
            <a:ext cx="3475355" cy="3267075"/>
          </a:xfrm>
          <a:prstGeom prst="rect">
            <a:avLst/>
          </a:prstGeom>
        </p:spPr>
      </p:pic>
      <p:pic>
        <p:nvPicPr>
          <p:cNvPr id="4" name="图片 3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440" y="3349625"/>
            <a:ext cx="3495040" cy="3262630"/>
          </a:xfrm>
          <a:prstGeom prst="rect">
            <a:avLst/>
          </a:prstGeom>
        </p:spPr>
      </p:pic>
      <p:pic>
        <p:nvPicPr>
          <p:cNvPr id="5" name="图片 4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315" y="3333750"/>
            <a:ext cx="2899410" cy="32937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55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9030" y="184150"/>
            <a:ext cx="4853305" cy="64903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赵某丽</a:t>
            </a:r>
            <a:endParaRPr lang="zh-CN" altLang="en-US" dirty="0"/>
          </a:p>
        </p:txBody>
      </p:sp>
      <p:sp>
        <p:nvSpPr>
          <p:cNvPr id="3" name="内容占位符 3"/>
          <p:cNvSpPr>
            <a:spLocks noGrp="1"/>
          </p:cNvSpPr>
          <p:nvPr/>
        </p:nvSpPr>
        <p:spPr>
          <a:xfrm>
            <a:off x="735965" y="1311275"/>
            <a:ext cx="10720705" cy="48755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None/>
            </a:pPr>
            <a:r>
              <a:rPr lang="zh-CN" altLang="en-US" b="1" dirty="0"/>
              <a:t>女性，</a:t>
            </a:r>
            <a:r>
              <a:rPr lang="en-US" altLang="zh-CN" b="1" dirty="0"/>
              <a:t>37</a:t>
            </a:r>
            <a:r>
              <a:rPr lang="zh-CN" altLang="en-US" b="1" dirty="0"/>
              <a:t>岁；主诉：发现垂体瘤复发</a:t>
            </a:r>
            <a:r>
              <a:rPr lang="en-US" altLang="zh-CN" b="1" dirty="0"/>
              <a:t>5</a:t>
            </a:r>
            <a:r>
              <a:rPr lang="zh-CN" altLang="en-US" b="1" dirty="0"/>
              <a:t>年；既往</a:t>
            </a:r>
            <a:r>
              <a:rPr lang="en-US" altLang="zh-CN" b="1" dirty="0"/>
              <a:t>2014</a:t>
            </a:r>
            <a:r>
              <a:rPr lang="zh-CN" altLang="en-US" b="1" dirty="0"/>
              <a:t>年、</a:t>
            </a:r>
            <a:r>
              <a:rPr lang="en-US" altLang="zh-CN" b="1" dirty="0"/>
              <a:t>2019</a:t>
            </a:r>
            <a:r>
              <a:rPr lang="zh-CN" altLang="en-US" b="1" dirty="0"/>
              <a:t>年于武汉某医院行两次</a:t>
            </a:r>
            <a:r>
              <a:rPr lang="en-US" altLang="zh-CN" b="1" dirty="0"/>
              <a:t>“</a:t>
            </a:r>
            <a:r>
              <a:rPr lang="zh-CN" altLang="en-US" b="1" dirty="0"/>
              <a:t>经蝶垂体瘤切除术</a:t>
            </a:r>
            <a:r>
              <a:rPr lang="en-US" altLang="zh-CN" b="1" dirty="0"/>
              <a:t>”</a:t>
            </a:r>
            <a:r>
              <a:rPr lang="zh-CN" altLang="en-US" b="1" dirty="0"/>
              <a:t>，</a:t>
            </a:r>
            <a:r>
              <a:rPr lang="en-US" altLang="zh-CN" b="1" dirty="0"/>
              <a:t>2023</a:t>
            </a:r>
            <a:r>
              <a:rPr lang="zh-CN" altLang="en-US" b="1" dirty="0"/>
              <a:t>年</a:t>
            </a:r>
            <a:r>
              <a:rPr lang="en-US" altLang="zh-CN" b="1" dirty="0"/>
              <a:t>12</a:t>
            </a:r>
            <a:r>
              <a:rPr lang="zh-CN" altLang="en-US" b="1" dirty="0"/>
              <a:t>月与</a:t>
            </a:r>
            <a:r>
              <a:rPr lang="en-US" altLang="zh-CN" b="1" dirty="0"/>
              <a:t>2024</a:t>
            </a:r>
            <a:r>
              <a:rPr lang="zh-CN" altLang="en-US" b="1" dirty="0"/>
              <a:t>年</a:t>
            </a:r>
            <a:r>
              <a:rPr lang="en-US" altLang="zh-CN" b="1" dirty="0"/>
              <a:t>1</a:t>
            </a:r>
            <a:r>
              <a:rPr lang="zh-CN" altLang="en-US" b="1" dirty="0"/>
              <a:t>月分别于武汉</a:t>
            </a:r>
            <a:r>
              <a:rPr lang="zh-CN" altLang="en-US" b="1" dirty="0"/>
              <a:t>某医院行</a:t>
            </a:r>
            <a:r>
              <a:rPr lang="en-US" altLang="zh-CN" b="1" dirty="0"/>
              <a:t>“</a:t>
            </a:r>
            <a:r>
              <a:rPr lang="zh-CN" altLang="en-US" b="1" dirty="0"/>
              <a:t>双侧床突旁动脉瘤介入栓塞术</a:t>
            </a:r>
            <a:r>
              <a:rPr lang="en-US" altLang="zh-CN" b="1" dirty="0"/>
              <a:t>+</a:t>
            </a:r>
            <a:r>
              <a:rPr lang="zh-CN" altLang="en-US" b="1" dirty="0"/>
              <a:t>支架置入术</a:t>
            </a:r>
            <a:r>
              <a:rPr lang="en-US" altLang="zh-CN" b="1" dirty="0"/>
              <a:t>”</a:t>
            </a:r>
            <a:r>
              <a:rPr lang="zh-CN" altLang="en-US" b="1" dirty="0"/>
              <a:t>，否认食品药品过敏史；</a:t>
            </a:r>
            <a:r>
              <a:rPr lang="en-US" altLang="zh-CN" b="1" dirty="0"/>
              <a:t>4</a:t>
            </a:r>
            <a:r>
              <a:rPr lang="zh-CN" altLang="en-US" b="1" dirty="0"/>
              <a:t>、查体：神志清楚，双侧瞳孔等大，光反射存在，左眼视力：</a:t>
            </a:r>
            <a:r>
              <a:rPr lang="en-US" altLang="zh-CN" b="1" dirty="0"/>
              <a:t>1.0</a:t>
            </a:r>
            <a:r>
              <a:rPr lang="zh-CN" altLang="en-US" b="1" dirty="0"/>
              <a:t>；右眼视力：</a:t>
            </a:r>
            <a:r>
              <a:rPr lang="en-US" altLang="zh-CN" b="1" dirty="0"/>
              <a:t>0.4</a:t>
            </a:r>
            <a:r>
              <a:rPr lang="zh-CN" altLang="en-US" b="1" dirty="0"/>
              <a:t>，双眼颞侧视野</a:t>
            </a:r>
            <a:r>
              <a:rPr lang="zh-CN" altLang="en-US" b="1" dirty="0"/>
              <a:t>缺损，颈软，双肺呼吸音粗，腹平软，四肢自主活动，肌力、肌张力基本正常，病理征未引出。</a:t>
            </a:r>
            <a:r>
              <a:rPr lang="zh-CN" altLang="en-US" b="1" dirty="0">
                <a:sym typeface="+mn-ea"/>
              </a:rPr>
              <a:t>实验室检查：皮质醇（</a:t>
            </a:r>
            <a:r>
              <a:rPr lang="en-US" altLang="zh-CN" b="1" dirty="0">
                <a:sym typeface="+mn-ea"/>
              </a:rPr>
              <a:t>4PM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8AM</a:t>
            </a:r>
            <a:r>
              <a:rPr lang="zh-CN" altLang="en-US" b="1" dirty="0">
                <a:sym typeface="+mn-ea"/>
              </a:rPr>
              <a:t>）、甲免三项：正常范围内。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65" y="0"/>
            <a:ext cx="4715510" cy="4658360"/>
          </a:xfrm>
          <a:prstGeom prst="rect">
            <a:avLst/>
          </a:prstGeom>
        </p:spPr>
      </p:pic>
      <p:pic>
        <p:nvPicPr>
          <p:cNvPr id="5" name="图片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20" y="36195"/>
            <a:ext cx="4641850" cy="4641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48510" y="5455285"/>
            <a:ext cx="89884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/>
              <a:t>DSA</a:t>
            </a:r>
            <a:r>
              <a:rPr lang="zh-CN" altLang="en-US" sz="2000" b="1"/>
              <a:t>复查：动脉瘤无复发，停用抗血小板聚集药物</a:t>
            </a:r>
            <a:r>
              <a:rPr lang="en-US" altLang="zh-CN" sz="2000" b="1"/>
              <a:t>1</a:t>
            </a:r>
            <a:r>
              <a:rPr lang="zh-CN" altLang="en-US" sz="2000" b="1"/>
              <a:t>周，予以低分子肝素钙桥接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9913781" y="3303101"/>
            <a:ext cx="1367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术前</a:t>
            </a:r>
            <a:r>
              <a:rPr lang="en-US" altLang="zh-CN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CT</a:t>
            </a:r>
            <a:endParaRPr lang="en-US" altLang="zh-CN" sz="28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pic>
        <p:nvPicPr>
          <p:cNvPr id="2" name="图片 1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3825240"/>
            <a:ext cx="3880485" cy="2915285"/>
          </a:xfrm>
          <a:prstGeom prst="rect">
            <a:avLst/>
          </a:prstGeom>
        </p:spPr>
      </p:pic>
      <p:pic>
        <p:nvPicPr>
          <p:cNvPr id="3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695325"/>
            <a:ext cx="4610100" cy="546735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" y="295910"/>
            <a:ext cx="3564255" cy="33508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8987316" y="3167846"/>
            <a:ext cx="14465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术前</a:t>
            </a:r>
            <a:r>
              <a:rPr lang="en-US" altLang="zh-CN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MR</a:t>
            </a:r>
            <a:endParaRPr lang="en-US" altLang="zh-CN" sz="28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pic>
        <p:nvPicPr>
          <p:cNvPr id="6" name="图片 5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635" y="163830"/>
            <a:ext cx="3046730" cy="3004820"/>
          </a:xfrm>
          <a:prstGeom prst="rect">
            <a:avLst/>
          </a:prstGeom>
        </p:spPr>
      </p:pic>
      <p:pic>
        <p:nvPicPr>
          <p:cNvPr id="7" name="图片 6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35" y="3689985"/>
            <a:ext cx="3123565" cy="2913380"/>
          </a:xfrm>
          <a:prstGeom prst="rect">
            <a:avLst/>
          </a:prstGeom>
        </p:spPr>
      </p:pic>
      <p:pic>
        <p:nvPicPr>
          <p:cNvPr id="9" name="图片 8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35" y="163830"/>
            <a:ext cx="3093085" cy="3374390"/>
          </a:xfrm>
          <a:prstGeom prst="rect">
            <a:avLst/>
          </a:prstGeom>
        </p:spPr>
      </p:pic>
      <p:pic>
        <p:nvPicPr>
          <p:cNvPr id="10" name="图片 9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291840"/>
            <a:ext cx="2952750" cy="33115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0589421" y="3167846"/>
            <a:ext cx="1367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术后</a:t>
            </a:r>
            <a:r>
              <a:rPr lang="en-US" altLang="zh-CN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CT</a:t>
            </a:r>
            <a:endParaRPr lang="en-US" altLang="zh-CN" sz="28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pic>
        <p:nvPicPr>
          <p:cNvPr id="2" name="图片 1" descr="1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" y="906145"/>
            <a:ext cx="4999355" cy="4104640"/>
          </a:xfrm>
          <a:prstGeom prst="rect">
            <a:avLst/>
          </a:prstGeom>
        </p:spPr>
      </p:pic>
      <p:pic>
        <p:nvPicPr>
          <p:cNvPr id="3" name="图片 2" descr="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643890"/>
            <a:ext cx="5153025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240" y="1153795"/>
            <a:ext cx="3844925" cy="3914775"/>
          </a:xfrm>
          <a:prstGeom prst="rect">
            <a:avLst/>
          </a:prstGeom>
        </p:spPr>
      </p:pic>
      <p:pic>
        <p:nvPicPr>
          <p:cNvPr id="3" name="图片 2" descr="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125" y="1134745"/>
            <a:ext cx="3939540" cy="3933825"/>
          </a:xfrm>
          <a:prstGeom prst="rect">
            <a:avLst/>
          </a:prstGeom>
        </p:spPr>
      </p:pic>
      <p:pic>
        <p:nvPicPr>
          <p:cNvPr id="4" name="图片 3" descr="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" y="1153795"/>
            <a:ext cx="3661410" cy="39147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51281" y="5454481"/>
            <a:ext cx="14465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术后</a:t>
            </a:r>
            <a:r>
              <a:rPr lang="en-US" altLang="zh-CN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MR</a:t>
            </a:r>
            <a:endParaRPr lang="en-US" altLang="zh-CN" sz="28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1655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380" y="267335"/>
            <a:ext cx="4840605" cy="632396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一点体会</a:t>
            </a:r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696595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961406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通过本病例的分享，专科医师应认识到不断学习新技术、提高手术技能的重要性。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>
            <a:off x="961406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4581" y="2832999"/>
            <a:ext cx="2703989" cy="4553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手术技术的精进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: 圆角 2"/>
          <p:cNvSpPr/>
          <p:nvPr>
            <p:custDataLst>
              <p:tags r:id="rId6"/>
            </p:custDataLst>
          </p:nvPr>
        </p:nvSpPr>
        <p:spPr>
          <a:xfrm>
            <a:off x="4481418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4746228" y="365283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手术成功不仅依赖于主刀医师，还需要整个医疗团队的密切配合和高效沟通。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4746228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4751944" y="2845064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团队协作的重要性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3" name="矩形: 圆角 2"/>
          <p:cNvSpPr/>
          <p:nvPr>
            <p:custDataLst>
              <p:tags r:id="rId10"/>
            </p:custDataLst>
          </p:nvPr>
        </p:nvSpPr>
        <p:spPr>
          <a:xfrm>
            <a:off x="8266240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531051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每个患者情况不同，医师应根据患者具体情况制定个性化治疗方案，以达到最佳治疗效果。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圆角矩形 64"/>
          <p:cNvSpPr/>
          <p:nvPr>
            <p:custDataLst>
              <p:tags r:id="rId12"/>
            </p:custDataLst>
          </p:nvPr>
        </p:nvSpPr>
        <p:spPr>
          <a:xfrm>
            <a:off x="8531051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latin typeface="+mn-ea"/>
              <a:cs typeface="+mn-ea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 flipV="1">
            <a:off x="882026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4"/>
            </p:custDataLst>
          </p:nvPr>
        </p:nvCxnSpPr>
        <p:spPr>
          <a:xfrm>
            <a:off x="4666849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5"/>
            </p:custDataLst>
          </p:nvPr>
        </p:nvCxnSpPr>
        <p:spPr>
          <a:xfrm flipV="1">
            <a:off x="8451671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531051" y="2850145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患者个体化治疗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101641" y="0"/>
            <a:ext cx="5577722" cy="6858000"/>
          </a:xfrm>
          <a:custGeom>
            <a:avLst/>
            <a:gdLst>
              <a:gd name="connsiteX0" fmla="*/ 0 w 5577722"/>
              <a:gd name="connsiteY0" fmla="*/ 0 h 6858000"/>
              <a:gd name="connsiteX1" fmla="*/ 5577722 w 5577722"/>
              <a:gd name="connsiteY1" fmla="*/ 0 h 6858000"/>
              <a:gd name="connsiteX2" fmla="*/ 5577722 w 5577722"/>
              <a:gd name="connsiteY2" fmla="*/ 6858000 h 6858000"/>
              <a:gd name="connsiteX3" fmla="*/ 534530 w 5577722"/>
              <a:gd name="connsiteY3" fmla="*/ 6858000 h 6858000"/>
              <a:gd name="connsiteX4" fmla="*/ 582579 w 5577722"/>
              <a:gd name="connsiteY4" fmla="*/ 6796857 h 6858000"/>
              <a:gd name="connsiteX5" fmla="*/ 1186864 w 5577722"/>
              <a:gd name="connsiteY5" fmla="*/ 5752132 h 6858000"/>
              <a:gd name="connsiteX6" fmla="*/ 1214201 w 5577722"/>
              <a:gd name="connsiteY6" fmla="*/ 5684928 h 6858000"/>
              <a:gd name="connsiteX7" fmla="*/ 1348501 w 5577722"/>
              <a:gd name="connsiteY7" fmla="*/ 5719460 h 6858000"/>
              <a:gd name="connsiteX8" fmla="*/ 1819681 w 5577722"/>
              <a:gd name="connsiteY8" fmla="*/ 5766959 h 6858000"/>
              <a:gd name="connsiteX9" fmla="*/ 4157640 w 5577722"/>
              <a:gd name="connsiteY9" fmla="*/ 3429000 h 6858000"/>
              <a:gd name="connsiteX10" fmla="*/ 1819681 w 5577722"/>
              <a:gd name="connsiteY10" fmla="*/ 1091041 h 6858000"/>
              <a:gd name="connsiteX11" fmla="*/ 1124444 w 5577722"/>
              <a:gd name="connsiteY11" fmla="*/ 1196151 h 6858000"/>
              <a:gd name="connsiteX12" fmla="*/ 968931 w 5577722"/>
              <a:gd name="connsiteY12" fmla="*/ 1253070 h 6858000"/>
              <a:gd name="connsiteX13" fmla="*/ 859284 w 5577722"/>
              <a:gd name="connsiteY13" fmla="*/ 1062376 h 6858000"/>
              <a:gd name="connsiteX14" fmla="*/ 98762 w 5577722"/>
              <a:gd name="connsiteY14" fmla="*/ 94161 h 6858000"/>
            </a:gdLst>
            <a:ahLst/>
            <a:cxnLst/>
            <a:rect l="l" t="t" r="r" b="b"/>
            <a:pathLst>
              <a:path w="5577722" h="6858000">
                <a:moveTo>
                  <a:pt x="0" y="0"/>
                </a:moveTo>
                <a:lnTo>
                  <a:pt x="5577722" y="0"/>
                </a:lnTo>
                <a:lnTo>
                  <a:pt x="5577722" y="6858000"/>
                </a:lnTo>
                <a:lnTo>
                  <a:pt x="534530" y="6858000"/>
                </a:lnTo>
                <a:lnTo>
                  <a:pt x="582579" y="6796857"/>
                </a:lnTo>
                <a:cubicBezTo>
                  <a:pt x="822824" y="6475612"/>
                  <a:pt x="1026329" y="6125294"/>
                  <a:pt x="1186864" y="5752132"/>
                </a:cubicBezTo>
                <a:lnTo>
                  <a:pt x="1214201" y="5684928"/>
                </a:lnTo>
                <a:lnTo>
                  <a:pt x="1348501" y="5719460"/>
                </a:lnTo>
                <a:cubicBezTo>
                  <a:pt x="1500696" y="5750604"/>
                  <a:pt x="1658279" y="5766959"/>
                  <a:pt x="1819681" y="5766959"/>
                </a:cubicBezTo>
                <a:cubicBezTo>
                  <a:pt x="3110900" y="5766959"/>
                  <a:pt x="4157640" y="4720219"/>
                  <a:pt x="4157640" y="3429000"/>
                </a:cubicBezTo>
                <a:cubicBezTo>
                  <a:pt x="4157640" y="2137781"/>
                  <a:pt x="3110900" y="1091041"/>
                  <a:pt x="1819681" y="1091041"/>
                </a:cubicBezTo>
                <a:cubicBezTo>
                  <a:pt x="1577578" y="1091041"/>
                  <a:pt x="1344069" y="1127841"/>
                  <a:pt x="1124444" y="1196151"/>
                </a:cubicBezTo>
                <a:lnTo>
                  <a:pt x="968931" y="1253070"/>
                </a:lnTo>
                <a:lnTo>
                  <a:pt x="859284" y="1062376"/>
                </a:lnTo>
                <a:cubicBezTo>
                  <a:pt x="644873" y="709503"/>
                  <a:pt x="389126" y="384524"/>
                  <a:pt x="98762" y="94161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101641" y="1"/>
            <a:ext cx="5537405" cy="68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6583363" y="109104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 descr="D:/MyData/桌面/微信图片_20241028103946.jpg微信图片_20241028103946"/>
          <p:cNvPicPr>
            <a:picLocks noChangeAspect="1"/>
          </p:cNvPicPr>
          <p:nvPr/>
        </p:nvPicPr>
        <p:blipFill>
          <a:blip r:embed="rId2">
            <a:alphaModFix amt="100000"/>
          </a:blip>
          <a:srcRect t="14210" b="14210"/>
          <a:stretch>
            <a:fillRect/>
          </a:stretch>
        </p:blipFill>
        <p:spPr>
          <a:xfrm>
            <a:off x="6986270" y="1460500"/>
            <a:ext cx="392811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" name="标题 1"/>
          <p:cNvSpPr txBox="1"/>
          <p:nvPr/>
        </p:nvSpPr>
        <p:spPr>
          <a:xfrm>
            <a:off x="-1748595" y="5936449"/>
            <a:ext cx="3208885" cy="3208885"/>
          </a:xfrm>
          <a:prstGeom prst="donut">
            <a:avLst>
              <a:gd name="adj" fmla="val 13217"/>
            </a:avLst>
          </a:prstGeom>
          <a:solidFill>
            <a:schemeClr val="accent2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47121" y="4117598"/>
            <a:ext cx="2438388" cy="4672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338513" y="4117598"/>
            <a:ext cx="2537662" cy="4672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8500" y="4166870"/>
            <a:ext cx="2364105" cy="368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kumimoji="1" lang="zh-CN" altLang="en-US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武汉脑科医院</a:t>
            </a: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：</a:t>
            </a:r>
            <a:r>
              <a:rPr kumimoji="1" lang="zh-CN" altLang="en-US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岑波</a:t>
            </a:r>
            <a:endParaRPr kumimoji="1" lang="zh-CN" altLang="en-US" sz="1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3573055" y="4155129"/>
            <a:ext cx="2070100" cy="368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时间：2024.10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47150" y="1268988"/>
            <a:ext cx="6046533" cy="27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1083C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谢谢大家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985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82133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265767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5494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3.0"/>
  <p:tag name="KSO_WM_BEAUTIFY_FLAG" val="#wm#"/>
  <p:tag name="KSO_WM_UNIT_TYPE" val="i"/>
  <p:tag name="KSO_WM_UNIT_INDEX" val="2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3.0"/>
  <p:tag name="KSO_WM_BEAUTIFY_FLAG" val="#wm#"/>
  <p:tag name="KSO_WM_UNIT_TYPE" val="i"/>
  <p:tag name="KSO_WM_UNIT_INDEX" val="2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3.0"/>
  <p:tag name="KSO_WM_BEAUTIFY_FLAG" val="#wm#"/>
  <p:tag name="KSO_WM_UNIT_TYPE" val="i"/>
  <p:tag name="KSO_WM_UNIT_INDEX" val="2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3.0"/>
  <p:tag name="KSO_WM_BEAUTIFY_FLAG" val="#wm#"/>
  <p:tag name="KSO_WM_UNIT_TYPE" val="i"/>
  <p:tag name="KSO_WM_UNIT_INDEX" val="23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3.0"/>
  <p:tag name="KSO_WM_BEAUTIFY_FLAG" val="#wm#"/>
  <p:tag name="KSO_WM_UNIT_TYPE" val="i"/>
  <p:tag name="KSO_WM_UNIT_INDEX" val="24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3.0"/>
  <p:tag name="KSO_WM_BEAUTIFY_FLAG" val="#wm#"/>
  <p:tag name="KSO_WM_UNIT_TYPE" val="i"/>
  <p:tag name="KSO_WM_UNIT_INDEX" val="25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3.0"/>
  <p:tag name="KSO_WM_BEAUTIFY_FLAG" val="#wm#"/>
  <p:tag name="KSO_WM_UNIT_TYPE" val="i"/>
  <p:tag name="KSO_WM_UNIT_INDEX" val="26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3.0"/>
  <p:tag name="KSO_WM_BEAUTIFY_FLAG" val="#wm#"/>
  <p:tag name="KSO_WM_UNIT_TYPE" val="i"/>
  <p:tag name="KSO_WM_UNIT_INDEX" val="27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3.0"/>
  <p:tag name="KSO_WM_BEAUTIFY_FLAG" val="#wm#"/>
  <p:tag name="KSO_WM_UNIT_TYPE" val="i"/>
  <p:tag name="KSO_WM_UNIT_INDEX" val="28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3.0"/>
  <p:tag name="KSO_WM_BEAUTIFY_FLAG" val="#wm#"/>
  <p:tag name="KSO_WM_UNIT_TYPE" val="i"/>
  <p:tag name="KSO_WM_UNIT_INDEX" val="29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3.0"/>
  <p:tag name="KSO_WM_BEAUTIFY_FLAG" val="#wm#"/>
  <p:tag name="KSO_WM_UNIT_TYPE" val="i"/>
  <p:tag name="KSO_WM_UNIT_INDEX" val="3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3.0"/>
  <p:tag name="KSO_WM_BEAUTIFY_FLAG" val="#wm#"/>
  <p:tag name="KSO_WM_UNIT_TYPE" val="i"/>
  <p:tag name="KSO_WM_UNIT_INDEX" val="3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3.0"/>
  <p:tag name="KSO_WM_BEAUTIFY_FLAG" val="#wm#"/>
  <p:tag name="KSO_WM_UNIT_TYPE" val="i"/>
  <p:tag name="KSO_WM_UNIT_INDEX" val="3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3.0"/>
  <p:tag name="KSO_WM_BEAUTIFY_FLAG" val="#wm#"/>
  <p:tag name="KSO_WM_UNIT_TYPE" val="i"/>
  <p:tag name="KSO_WM_UNIT_INDEX" val="33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3.0"/>
  <p:tag name="KSO_WM_BEAUTIFY_FLAG" val="#wm#"/>
  <p:tag name="KSO_WM_UNIT_TYPE" val="i"/>
  <p:tag name="KSO_WM_UNIT_INDEX" val="3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3.0"/>
  <p:tag name="KSO_WM_BEAUTIFY_FLAG" val="#wm#"/>
  <p:tag name="KSO_WM_UNIT_TYPE" val="i"/>
  <p:tag name="KSO_WM_UNIT_INDEX" val="35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3.0"/>
  <p:tag name="KSO_WM_BEAUTIFY_FLAG" val="#wm#"/>
  <p:tag name="KSO_WM_UNIT_TYPE" val="i"/>
  <p:tag name="KSO_WM_UNIT_INDEX" val="36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3.0"/>
  <p:tag name="KSO_WM_BEAUTIFY_FLAG" val="#wm#"/>
  <p:tag name="KSO_WM_UNIT_TYPE" val="i"/>
  <p:tag name="KSO_WM_UNIT_INDEX" val="37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3.0"/>
  <p:tag name="KSO_WM_BEAUTIFY_FLAG" val="#wm#"/>
  <p:tag name="KSO_WM_UNIT_TYPE" val="i"/>
  <p:tag name="KSO_WM_UNIT_INDEX" val="38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3.0"/>
  <p:tag name="KSO_WM_BEAUTIFY_FLAG" val="#wm#"/>
  <p:tag name="KSO_WM_UNIT_TYPE" val="i"/>
  <p:tag name="KSO_WM_UNIT_INDEX" val="39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3.0"/>
  <p:tag name="KSO_WM_BEAUTIFY_FLAG" val="#wm#"/>
  <p:tag name="KSO_WM_UNIT_TYPE" val="i"/>
  <p:tag name="KSO_WM_UNIT_INDEX" val="40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3.0"/>
  <p:tag name="KSO_WM_BEAUTIFY_FLAG" val="#wm#"/>
  <p:tag name="KSO_WM_UNIT_TYPE" val="i"/>
  <p:tag name="KSO_WM_UNIT_INDEX" val="43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3.0"/>
  <p:tag name="KSO_WM_BEAUTIFY_FLAG" val="#wm#"/>
  <p:tag name="KSO_WM_UNIT_TYPE" val="i"/>
  <p:tag name="KSO_WM_UNIT_INDEX" val="44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3.0"/>
  <p:tag name="KSO_WM_BEAUTIFY_FLAG" val="#wm#"/>
  <p:tag name="KSO_WM_UNIT_TYPE" val="i"/>
  <p:tag name="KSO_WM_UNIT_INDEX" val="45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3.0"/>
  <p:tag name="KSO_WM_BEAUTIFY_FLAG" val="#wm#"/>
  <p:tag name="KSO_WM_UNIT_TYPE" val="i"/>
  <p:tag name="KSO_WM_UNIT_INDEX" val="46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3.0"/>
  <p:tag name="KSO_WM_BEAUTIFY_FLAG" val="#wm#"/>
  <p:tag name="KSO_WM_UNIT_TYPE" val="i"/>
  <p:tag name="KSO_WM_UNIT_INDEX" val="47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3.0"/>
  <p:tag name="KSO_WM_BEAUTIFY_FLAG" val="#wm#"/>
  <p:tag name="KSO_WM_UNIT_TYPE" val="i"/>
  <p:tag name="KSO_WM_UNIT_INDEX" val="48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3.0"/>
  <p:tag name="KSO_WM_BEAUTIFY_FLAG" val="#wm#"/>
  <p:tag name="KSO_WM_UNIT_TYPE" val="i"/>
  <p:tag name="KSO_WM_UNIT_INDEX" val="49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3.0"/>
  <p:tag name="KSO_WM_BEAUTIFY_FLAG" val="#wm#"/>
  <p:tag name="KSO_WM_UNIT_TYPE" val="i"/>
  <p:tag name="KSO_WM_UNIT_INDEX" val="5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3.0"/>
  <p:tag name="KSO_WM_BEAUTIFY_FLAG" val="#wm#"/>
  <p:tag name="KSO_WM_UNIT_TYPE" val="i"/>
  <p:tag name="KSO_WM_UNIT_INDEX" val="5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3.0"/>
  <p:tag name="KSO_WM_BEAUTIFY_FLAG" val="#wm#"/>
  <p:tag name="KSO_WM_UNIT_TYPE" val="i"/>
  <p:tag name="KSO_WM_UNIT_INDEX" val="5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3.0"/>
  <p:tag name="KSO_WM_BEAUTIFY_FLAG" val="#wm#"/>
  <p:tag name="KSO_WM_UNIT_TYPE" val="i"/>
  <p:tag name="KSO_WM_UNIT_INDEX" val="20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3.0"/>
  <p:tag name="KSO_WM_BEAUTIFY_FLAG" val="#wm#"/>
  <p:tag name="KSO_WM_UNIT_TYPE" val="i"/>
  <p:tag name="KSO_WM_UNIT_INDEX" val="2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3.0"/>
  <p:tag name="KSO_WM_BEAUTIFY_FLAG" val="#wm#"/>
  <p:tag name="KSO_WM_UNIT_TYPE" val="i"/>
  <p:tag name="KSO_WM_UNIT_INDEX" val="2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3.0"/>
  <p:tag name="KSO_WM_BEAUTIFY_FLAG" val="#wm#"/>
  <p:tag name="KSO_WM_UNIT_TYPE" val="i"/>
  <p:tag name="KSO_WM_UNIT_INDEX" val="23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3.0"/>
  <p:tag name="KSO_WM_BEAUTIFY_FLAG" val="#wm#"/>
  <p:tag name="KSO_WM_UNIT_TYPE" val="i"/>
  <p:tag name="KSO_WM_UNIT_INDEX" val="24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3.0"/>
  <p:tag name="KSO_WM_BEAUTIFY_FLAG" val="#wm#"/>
  <p:tag name="KSO_WM_UNIT_TYPE" val="i"/>
  <p:tag name="KSO_WM_UNIT_INDEX" val="25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3.0"/>
  <p:tag name="KSO_WM_BEAUTIFY_FLAG" val="#wm#"/>
  <p:tag name="KSO_WM_UNIT_TYPE" val="i"/>
  <p:tag name="KSO_WM_UNIT_INDEX" val="26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3.0"/>
  <p:tag name="KSO_WM_BEAUTIFY_FLAG" val="#wm#"/>
  <p:tag name="KSO_WM_UNIT_TYPE" val="i"/>
  <p:tag name="KSO_WM_UNIT_INDEX" val="27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3.0"/>
  <p:tag name="KSO_WM_BEAUTIFY_FLAG" val="#wm#"/>
  <p:tag name="KSO_WM_UNIT_TYPE" val="i"/>
  <p:tag name="KSO_WM_UNIT_INDEX" val="28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3.0"/>
  <p:tag name="KSO_WM_BEAUTIFY_FLAG" val="#wm#"/>
  <p:tag name="KSO_WM_UNIT_TYPE" val="i"/>
  <p:tag name="KSO_WM_UNIT_INDEX" val="20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3.0"/>
  <p:tag name="KSO_WM_BEAUTIFY_FLAG" val="#wm#"/>
  <p:tag name="KSO_WM_UNIT_TYPE" val="i"/>
  <p:tag name="KSO_WM_UNIT_INDEX" val="2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3.0"/>
  <p:tag name="KSO_WM_BEAUTIFY_FLAG" val="#wm#"/>
  <p:tag name="KSO_WM_UNIT_TYPE" val="i"/>
  <p:tag name="KSO_WM_UNIT_INDEX" val="2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3.0"/>
  <p:tag name="KSO_WM_BEAUTIFY_FLAG" val="#wm#"/>
  <p:tag name="KSO_WM_UNIT_TYPE" val="i"/>
  <p:tag name="KSO_WM_UNIT_INDEX" val="23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3.0"/>
  <p:tag name="KSO_WM_BEAUTIFY_FLAG" val="#wm#"/>
  <p:tag name="KSO_WM_UNIT_TYPE" val="i"/>
  <p:tag name="KSO_WM_UNIT_INDEX" val="24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3.0"/>
  <p:tag name="KSO_WM_BEAUTIFY_FLAG" val="#wm#"/>
  <p:tag name="KSO_WM_UNIT_TYPE" val="i"/>
  <p:tag name="KSO_WM_UNIT_INDEX" val="25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3.0"/>
  <p:tag name="KSO_WM_BEAUTIFY_FLAG" val="#wm#"/>
  <p:tag name="KSO_WM_UNIT_TYPE" val="i"/>
  <p:tag name="KSO_WM_UNIT_INDEX" val="26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3.0"/>
  <p:tag name="KSO_WM_BEAUTIFY_FLAG" val="#wm#"/>
  <p:tag name="KSO_WM_UNIT_TYPE" val="i"/>
  <p:tag name="KSO_WM_UNIT_INDEX" val="27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3.0"/>
  <p:tag name="KSO_WM_BEAUTIFY_FLAG" val="#wm#"/>
  <p:tag name="KSO_WM_UNIT_TYPE" val="i"/>
  <p:tag name="KSO_WM_UNIT_INDEX" val="28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9"/>
  <p:tag name="KSO_WM_UNIT_LAYERLEVEL" val="1"/>
  <p:tag name="KSO_WM_TAG_VERSION" val="3.0"/>
  <p:tag name="KSO_WM_BEAUTIFY_FLAG" val="#wm#"/>
  <p:tag name="KSO_WM_UNIT_TYPE" val="i"/>
  <p:tag name="KSO_WM_UNIT_INDEX" val="29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0"/>
  <p:tag name="KSO_WM_UNIT_LAYERLEVEL" val="1"/>
  <p:tag name="KSO_WM_TAG_VERSION" val="3.0"/>
  <p:tag name="KSO_WM_BEAUTIFY_FLAG" val="#wm#"/>
  <p:tag name="KSO_WM_UNIT_TYPE" val="i"/>
  <p:tag name="KSO_WM_UNIT_INDEX" val="30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1"/>
  <p:tag name="KSO_WM_UNIT_LAYERLEVEL" val="1"/>
  <p:tag name="KSO_WM_TAG_VERSION" val="3.0"/>
  <p:tag name="KSO_WM_BEAUTIFY_FLAG" val="#wm#"/>
  <p:tag name="KSO_WM_UNIT_TYPE" val="i"/>
  <p:tag name="KSO_WM_UNIT_INDEX" val="3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2"/>
  <p:tag name="KSO_WM_UNIT_LAYERLEVEL" val="1"/>
  <p:tag name="KSO_WM_TAG_VERSION" val="3.0"/>
  <p:tag name="KSO_WM_BEAUTIFY_FLAG" val="#wm#"/>
  <p:tag name="KSO_WM_UNIT_TYPE" val="i"/>
  <p:tag name="KSO_WM_UNIT_INDEX" val="3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3"/>
  <p:tag name="KSO_WM_UNIT_LAYERLEVEL" val="1"/>
  <p:tag name="KSO_WM_TAG_VERSION" val="3.0"/>
  <p:tag name="KSO_WM_BEAUTIFY_FLAG" val="#wm#"/>
  <p:tag name="KSO_WM_UNIT_TYPE" val="i"/>
  <p:tag name="KSO_WM_UNIT_INDEX" val="33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4"/>
  <p:tag name="KSO_WM_UNIT_LAYERLEVEL" val="1"/>
  <p:tag name="KSO_WM_TAG_VERSION" val="3.0"/>
  <p:tag name="KSO_WM_BEAUTIFY_FLAG" val="#wm#"/>
  <p:tag name="KSO_WM_UNIT_TYPE" val="i"/>
  <p:tag name="KSO_WM_UNIT_INDEX" val="34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5"/>
  <p:tag name="KSO_WM_UNIT_LAYERLEVEL" val="1"/>
  <p:tag name="KSO_WM_TAG_VERSION" val="3.0"/>
  <p:tag name="KSO_WM_BEAUTIFY_FLAG" val="#wm#"/>
  <p:tag name="KSO_WM_UNIT_TYPE" val="i"/>
  <p:tag name="KSO_WM_UNIT_INDEX" val="35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6"/>
  <p:tag name="KSO_WM_UNIT_LAYERLEVEL" val="1"/>
  <p:tag name="KSO_WM_TAG_VERSION" val="3.0"/>
  <p:tag name="KSO_WM_BEAUTIFY_FLAG" val="#wm#"/>
  <p:tag name="KSO_WM_UNIT_TYPE" val="i"/>
  <p:tag name="KSO_WM_UNIT_INDEX" val="36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7"/>
  <p:tag name="KSO_WM_UNIT_LAYERLEVEL" val="1"/>
  <p:tag name="KSO_WM_TAG_VERSION" val="3.0"/>
  <p:tag name="KSO_WM_BEAUTIFY_FLAG" val="#wm#"/>
  <p:tag name="KSO_WM_UNIT_TYPE" val="i"/>
  <p:tag name="KSO_WM_UNIT_INDEX" val="37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8"/>
  <p:tag name="KSO_WM_UNIT_LAYERLEVEL" val="1"/>
  <p:tag name="KSO_WM_TAG_VERSION" val="3.0"/>
  <p:tag name="KSO_WM_BEAUTIFY_FLAG" val="#wm#"/>
  <p:tag name="KSO_WM_UNIT_TYPE" val="i"/>
  <p:tag name="KSO_WM_UNIT_INDEX" val="38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9"/>
  <p:tag name="KSO_WM_UNIT_LAYERLEVEL" val="1"/>
  <p:tag name="KSO_WM_TAG_VERSION" val="3.0"/>
  <p:tag name="KSO_WM_BEAUTIFY_FLAG" val="#wm#"/>
  <p:tag name="KSO_WM_UNIT_TYPE" val="i"/>
  <p:tag name="KSO_WM_UNIT_INDEX" val="39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0"/>
  <p:tag name="KSO_WM_UNIT_LAYERLEVEL" val="1"/>
  <p:tag name="KSO_WM_TAG_VERSION" val="3.0"/>
  <p:tag name="KSO_WM_BEAUTIFY_FLAG" val="#wm#"/>
  <p:tag name="KSO_WM_UNIT_TYPE" val="i"/>
  <p:tag name="KSO_WM_UNIT_INDEX" val="4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3.0"/>
  <p:tag name="KSO_WM_BEAUTIFY_FLAG" val="#wm#"/>
  <p:tag name="KSO_WM_UNIT_TYPE" val="i"/>
  <p:tag name="KSO_WM_UNIT_INDEX" val="27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3.0"/>
  <p:tag name="KSO_WM_BEAUTIFY_FLAG" val="#wm#"/>
  <p:tag name="KSO_WM_UNIT_TYPE" val="i"/>
  <p:tag name="KSO_WM_UNIT_INDEX" val="28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3.0"/>
  <p:tag name="KSO_WM_BEAUTIFY_FLAG" val="#wm#"/>
  <p:tag name="KSO_WM_UNIT_TYPE" val="i"/>
  <p:tag name="KSO_WM_UNIT_INDEX" val="20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3.0"/>
  <p:tag name="KSO_WM_BEAUTIFY_FLAG" val="#wm#"/>
  <p:tag name="KSO_WM_UNIT_TYPE" val="i"/>
  <p:tag name="KSO_WM_UNIT_INDEX" val="2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3.0"/>
  <p:tag name="KSO_WM_BEAUTIFY_FLAG" val="#wm#"/>
  <p:tag name="KSO_WM_UNIT_TYPE" val="i"/>
  <p:tag name="KSO_WM_UNIT_INDEX" val="22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3.0"/>
  <p:tag name="KSO_WM_BEAUTIFY_FLAG" val="#wm#"/>
  <p:tag name="KSO_WM_UNIT_TYPE" val="i"/>
  <p:tag name="KSO_WM_UNIT_INDEX" val="23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3.0"/>
  <p:tag name="KSO_WM_BEAUTIFY_FLAG" val="#wm#"/>
  <p:tag name="KSO_WM_UNIT_TYPE" val="i"/>
  <p:tag name="KSO_WM_UNIT_INDEX" val="24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3.0"/>
  <p:tag name="KSO_WM_BEAUTIFY_FLAG" val="#wm#"/>
  <p:tag name="KSO_WM_UNIT_TYPE" val="i"/>
  <p:tag name="KSO_WM_UNIT_INDEX" val="25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3.0"/>
  <p:tag name="KSO_WM_BEAUTIFY_FLAG" val="#wm#"/>
  <p:tag name="KSO_WM_UNIT_TYPE" val="i"/>
  <p:tag name="KSO_WM_UNIT_INDEX" val="26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3.0"/>
  <p:tag name="KSO_WM_BEAUTIFY_FLAG" val="#wm#"/>
  <p:tag name="KSO_WM_UNIT_TYPE" val="i"/>
  <p:tag name="KSO_WM_UNIT_INDEX" val="27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3.0"/>
  <p:tag name="KSO_WM_BEAUTIFY_FLAG" val="#wm#"/>
  <p:tag name="KSO_WM_UNIT_TYPE" val="i"/>
  <p:tag name="KSO_WM_UNIT_INDEX" val="28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3.0"/>
  <p:tag name="KSO_WM_BEAUTIFY_FLAG" val="#wm#"/>
  <p:tag name="KSO_WM_UNIT_TYPE" val="i"/>
  <p:tag name="KSO_WM_UNIT_INDEX" val="29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3.0"/>
  <p:tag name="KSO_WM_BEAUTIFY_FLAG" val="#wm#"/>
  <p:tag name="KSO_WM_UNIT_TYPE" val="i"/>
  <p:tag name="KSO_WM_UNIT_INDEX" val="30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3.0"/>
  <p:tag name="KSO_WM_BEAUTIFY_FLAG" val="#wm#"/>
  <p:tag name="KSO_WM_UNIT_TYPE" val="i"/>
  <p:tag name="KSO_WM_UNIT_INDEX" val="3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2"/>
  <p:tag name="KSO_WM_UNIT_LAYERLEVEL" val="1"/>
  <p:tag name="KSO_WM_TAG_VERSION" val="3.0"/>
  <p:tag name="KSO_WM_BEAUTIFY_FLAG" val="#wm#"/>
  <p:tag name="KSO_WM_UNIT_TYPE" val="i"/>
  <p:tag name="KSO_WM_UNIT_INDEX" val="32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3"/>
  <p:tag name="KSO_WM_UNIT_LAYERLEVEL" val="1"/>
  <p:tag name="KSO_WM_TAG_VERSION" val="3.0"/>
  <p:tag name="KSO_WM_BEAUTIFY_FLAG" val="#wm#"/>
  <p:tag name="KSO_WM_UNIT_TYPE" val="i"/>
  <p:tag name="KSO_WM_UNIT_INDEX" val="33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4"/>
  <p:tag name="KSO_WM_UNIT_LAYERLEVEL" val="1"/>
  <p:tag name="KSO_WM_TAG_VERSION" val="3.0"/>
  <p:tag name="KSO_WM_BEAUTIFY_FLAG" val="#wm#"/>
  <p:tag name="KSO_WM_UNIT_TYPE" val="i"/>
  <p:tag name="KSO_WM_UNIT_INDEX" val="34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5"/>
  <p:tag name="KSO_WM_UNIT_LAYERLEVEL" val="1"/>
  <p:tag name="KSO_WM_TAG_VERSION" val="3.0"/>
  <p:tag name="KSO_WM_BEAUTIFY_FLAG" val="#wm#"/>
  <p:tag name="KSO_WM_UNIT_TYPE" val="i"/>
  <p:tag name="KSO_WM_UNIT_INDEX" val="35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6"/>
  <p:tag name="KSO_WM_UNIT_LAYERLEVEL" val="1"/>
  <p:tag name="KSO_WM_TAG_VERSION" val="3.0"/>
  <p:tag name="KSO_WM_BEAUTIFY_FLAG" val="#wm#"/>
  <p:tag name="KSO_WM_UNIT_TYPE" val="i"/>
  <p:tag name="KSO_WM_UNIT_INDEX" val="36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7"/>
  <p:tag name="KSO_WM_UNIT_LAYERLEVEL" val="1"/>
  <p:tag name="KSO_WM_TAG_VERSION" val="3.0"/>
  <p:tag name="KSO_WM_BEAUTIFY_FLAG" val="#wm#"/>
  <p:tag name="KSO_WM_UNIT_TYPE" val="i"/>
  <p:tag name="KSO_WM_UNIT_INDEX" val="37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8"/>
  <p:tag name="KSO_WM_UNIT_LAYERLEVEL" val="1"/>
  <p:tag name="KSO_WM_TAG_VERSION" val="3.0"/>
  <p:tag name="KSO_WM_BEAUTIFY_FLAG" val="#wm#"/>
  <p:tag name="KSO_WM_UNIT_TYPE" val="i"/>
  <p:tag name="KSO_WM_UNIT_INDEX" val="38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9"/>
  <p:tag name="KSO_WM_UNIT_LAYERLEVEL" val="1"/>
  <p:tag name="KSO_WM_TAG_VERSION" val="3.0"/>
  <p:tag name="KSO_WM_BEAUTIFY_FLAG" val="#wm#"/>
  <p:tag name="KSO_WM_UNIT_TYPE" val="i"/>
  <p:tag name="KSO_WM_UNIT_INDEX" val="39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0"/>
  <p:tag name="KSO_WM_UNIT_LAYERLEVEL" val="1"/>
  <p:tag name="KSO_WM_TAG_VERSION" val="3.0"/>
  <p:tag name="KSO_WM_BEAUTIFY_FLAG" val="#wm#"/>
  <p:tag name="KSO_WM_UNIT_TYPE" val="i"/>
  <p:tag name="KSO_WM_UNIT_INDEX" val="40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3"/>
  <p:tag name="KSO_WM_UNIT_LAYERLEVEL" val="1"/>
  <p:tag name="KSO_WM_TAG_VERSION" val="3.0"/>
  <p:tag name="KSO_WM_BEAUTIFY_FLAG" val="#wm#"/>
  <p:tag name="KSO_WM_UNIT_TYPE" val="i"/>
  <p:tag name="KSO_WM_UNIT_INDEX" val="43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4"/>
  <p:tag name="KSO_WM_UNIT_LAYERLEVEL" val="1"/>
  <p:tag name="KSO_WM_TAG_VERSION" val="3.0"/>
  <p:tag name="KSO_WM_BEAUTIFY_FLAG" val="#wm#"/>
  <p:tag name="KSO_WM_UNIT_TYPE" val="i"/>
  <p:tag name="KSO_WM_UNIT_INDEX" val="44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5"/>
  <p:tag name="KSO_WM_UNIT_LAYERLEVEL" val="1"/>
  <p:tag name="KSO_WM_TAG_VERSION" val="3.0"/>
  <p:tag name="KSO_WM_BEAUTIFY_FLAG" val="#wm#"/>
  <p:tag name="KSO_WM_UNIT_TYPE" val="i"/>
  <p:tag name="KSO_WM_UNIT_INDEX" val="45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6"/>
  <p:tag name="KSO_WM_UNIT_LAYERLEVEL" val="1"/>
  <p:tag name="KSO_WM_TAG_VERSION" val="3.0"/>
  <p:tag name="KSO_WM_BEAUTIFY_FLAG" val="#wm#"/>
  <p:tag name="KSO_WM_UNIT_TYPE" val="i"/>
  <p:tag name="KSO_WM_UNIT_INDEX" val="46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7"/>
  <p:tag name="KSO_WM_UNIT_LAYERLEVEL" val="1"/>
  <p:tag name="KSO_WM_TAG_VERSION" val="3.0"/>
  <p:tag name="KSO_WM_BEAUTIFY_FLAG" val="#wm#"/>
  <p:tag name="KSO_WM_UNIT_TYPE" val="i"/>
  <p:tag name="KSO_WM_UNIT_INDEX" val="47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8"/>
  <p:tag name="KSO_WM_UNIT_LAYERLEVEL" val="1"/>
  <p:tag name="KSO_WM_TAG_VERSION" val="3.0"/>
  <p:tag name="KSO_WM_BEAUTIFY_FLAG" val="#wm#"/>
  <p:tag name="KSO_WM_UNIT_TYPE" val="i"/>
  <p:tag name="KSO_WM_UNIT_INDEX" val="48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9"/>
  <p:tag name="KSO_WM_UNIT_LAYERLEVEL" val="1"/>
  <p:tag name="KSO_WM_TAG_VERSION" val="3.0"/>
  <p:tag name="KSO_WM_BEAUTIFY_FLAG" val="#wm#"/>
  <p:tag name="KSO_WM_UNIT_TYPE" val="i"/>
  <p:tag name="KSO_WM_UNIT_INDEX" val="49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0"/>
  <p:tag name="KSO_WM_UNIT_LAYERLEVEL" val="1"/>
  <p:tag name="KSO_WM_TAG_VERSION" val="3.0"/>
  <p:tag name="KSO_WM_BEAUTIFY_FLAG" val="#wm#"/>
  <p:tag name="KSO_WM_UNIT_TYPE" val="i"/>
  <p:tag name="KSO_WM_UNIT_INDEX" val="50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1"/>
  <p:tag name="KSO_WM_UNIT_LAYERLEVEL" val="1"/>
  <p:tag name="KSO_WM_TAG_VERSION" val="3.0"/>
  <p:tag name="KSO_WM_BEAUTIFY_FLAG" val="#wm#"/>
  <p:tag name="KSO_WM_UNIT_TYPE" val="i"/>
  <p:tag name="KSO_WM_UNIT_INDEX" val="5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2"/>
  <p:tag name="KSO_WM_UNIT_LAYERLEVEL" val="1"/>
  <p:tag name="KSO_WM_TAG_VERSION" val="3.0"/>
  <p:tag name="KSO_WM_BEAUTIFY_FLAG" val="#wm#"/>
  <p:tag name="KSO_WM_UNIT_TYPE" val="i"/>
  <p:tag name="KSO_WM_UNIT_INDEX" val="52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6"/>
  <p:tag name="KSO_WM_TEMPLATE_CATEGORY" val="custom"/>
  <p:tag name="KSO_WM_TEMPLATE_INDEX" val="20231816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20231816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1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816"/>
  <p:tag name="KSO_WM_TEMPLATE_THUMBS_INDEX" val="1、9"/>
  <p:tag name="KSO_WM_SPECIAL_SOURCE" val="bdnull"/>
</p:tagLst>
</file>

<file path=ppt/tags/tag3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2481"/>
  <p:tag name="KSO_WM_UNIT_ID" val="custom20232481_1*a*1"/>
  <p:tag name="KSO_WM_UNIT_PRESET_TEXT" val="单击此处&#10;添加标题"/>
  <p:tag name="KSO_WM_UNIT_TEXT_FILL_FORE_SCHEMECOLOR_INDEX" val="5"/>
  <p:tag name="KSO_WM_UNIT_TEXT_FILL_TYPE" val="1"/>
  <p:tag name="KSO_WM_UNIT_USESOURCEFORMAT_APPLY" val="0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965_2*l_h_d*1_2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721*692"/>
  <p:tag name="KSO_WM_UNIT_TYPE" val="l_h_d"/>
  <p:tag name="KSO_WM_UNIT_INDEX" val="1_2_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solid&quot;:{&quot;brightness&quot;:0,&quot;colorType&quot;:2,&quot;rgb&quot;:&quot;#ededed&quot;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MH_PIC_SOURCE_TYPE" val="generate_slide_ai*VCG41N951968606*ai_v1.7.4.241014_ONLINE*1729821477249_3.102_bb3b8e4f9014-slide-8"/>
  <p:tag name="KSO_WM_UNIT_LINE_FILL_TYPE" val="2"/>
  <p:tag name="KSO_WM_UNIT_USESOURCEFORMAT_APPLY" val="0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965_2*l_h_d*1_1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721*692"/>
  <p:tag name="KSO_WM_UNIT_TYPE" val="l_h_d"/>
  <p:tag name="KSO_WM_UNIT_INDEX" val="1_1_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solid&quot;:{&quot;brightness&quot;:0,&quot;colorType&quot;:2,&quot;rgb&quot;:&quot;#ededed&quot;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MH_PIC_SOURCE_TYPE" val="generate_slide_ai*VCG41N1770602260*ai_v1.7.4.241014_ONLINE*1729821477249_3.102_bb3b8e4f9014-slide-8"/>
  <p:tag name="KSO_WM_UNIT_LINE_FILL_TYPE" val="2"/>
  <p:tag name="KSO_WM_UNIT_USESOURCEFORMAT_APPLY" val="0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965_2*l_h_d*1_3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719*692"/>
  <p:tag name="KSO_WM_UNIT_TYPE" val="l_h_d"/>
  <p:tag name="KSO_WM_UNIT_INDEX" val="1_3_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solid&quot;:{&quot;brightness&quot;:0,&quot;colorType&quot;:2,&quot;rgb&quot;:&quot;#ededed&quot;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MH_PIC_SOURCE_TYPE" val="generate_slide_ai*VCG41N528135011*ai_v1.7.4.241014_ONLINE*1729821477249_3.102_bb3b8e4f9014-slide-8"/>
  <p:tag name="KSO_WM_UNIT_LINE_FILL_TYPE" val="2"/>
  <p:tag name="KSO_WM_UNIT_USESOURCEFORMAT_APPLY" val="0"/>
</p:tagLst>
</file>

<file path=ppt/tags/tag3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65_2*l_h_i*1_1_2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1965_2*l_h_i*1_1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65_2*l_h_f*1_1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项正文，文字是您思想的提炼，请尽量言简意赅的阐述您的观点，单击此处输入正文"/>
  <p:tag name="KSO_WM_UNIT_TEXT_FILL_FORE_SCHEMECOLOR_INDEX" val="1"/>
  <p:tag name="KSO_WM_UNIT_TEXT_FILL_TYPE" val="1"/>
  <p:tag name="KSO_WM_UNIT_USESOURCEFORMAT_APPLY" val="0"/>
</p:tagLst>
</file>

<file path=ppt/tags/tag3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65_2*l_h_a*1_1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5_2*l_h_i*1_2_2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1965_2*l_h_i*1_2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65_2*l_h_f*1_2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项正文，文字是您思想的提炼，请尽量言简意赅的阐述您的观点，单击此处输入正文"/>
  <p:tag name="KSO_WM_UNIT_TEXT_FILL_FORE_SCHEMECOLOR_INDEX" val="1"/>
  <p:tag name="KSO_WM_UNIT_TEXT_FILL_TYPE" val="1"/>
  <p:tag name="KSO_WM_UNIT_USESOURCEFORMAT_APPLY" val="0"/>
</p:tagLst>
</file>

<file path=ppt/tags/tag3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65_2*l_h_a*1_2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65_2*l_h_i*1_3_2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1965_2*l_h_i*1_3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65_2*l_h_f*1_3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项正文，文字是您思想的提炼，请尽量言简意赅的阐述您的观点，单击此处输入正文"/>
  <p:tag name="KSO_WM_UNIT_TEXT_FILL_FORE_SCHEMECOLOR_INDEX" val="1"/>
  <p:tag name="KSO_WM_UNIT_TEXT_FILL_TYPE" val="1"/>
  <p:tag name="KSO_WM_UNIT_USESOURCEFORMAT_APPLY" val="0"/>
</p:tagLst>
</file>

<file path=ppt/tags/tag3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65_2*l_h_a*1_3_1"/>
  <p:tag name="KSO_WM_TEMPLATE_CATEGORY" val="diagram"/>
  <p:tag name="KSO_WM_TEMPLATE_INDEX" val="202319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87.403076171875,&quot;width&quot;:677.2454833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1816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3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804"/>
  <p:tag name="KSO_WM_UNIT_ID" val="custom20231804_1*a*1"/>
  <p:tag name="KSO_WM_UNIT_TEXT_FILL_FORE_SCHEMECOLOR_INDEX" val="13"/>
  <p:tag name="KSO_WM_UNIT_TEXT_FILL_TYPE" val="1"/>
  <p:tag name="KSO_WM_UNIT_USESOURCEFORMAT_APPLY" val="0"/>
  <p:tag name="KSO_WM_UNIT_PRESET_TEXT" val="单击此处添加标题"/>
</p:tagLst>
</file>

<file path=ppt/tags/tag3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59_2*l_h_f*1_1_1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您思想的提炼，请尽量言简意赅的阐述观点。"/>
  <p:tag name="KSO_WM_UNIT_TEXT_FILL_FORE_SCHEMECOLOR_INDEX" val="1"/>
  <p:tag name="KSO_WM_UNIT_TEXT_FILL_TYPE" val="1"/>
  <p:tag name="KSO_WM_UNIT_USESOURCEFORMAT_APPLY" val="0"/>
</p:tagLst>
</file>

<file path=ppt/tags/tag3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59_2*l_h_a*1_1_1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diagram20231759_2*l_h_i*1_1_2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59_2*l_h_f*1_2_1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您思想的提炼，请尽量言简意赅的阐述观点。"/>
  <p:tag name="KSO_WM_UNIT_TEXT_FILL_FORE_SCHEMECOLOR_INDEX" val="1"/>
  <p:tag name="KSO_WM_UNIT_TEXT_FILL_TYPE" val="1"/>
  <p:tag name="KSO_WM_UNIT_USESOURCEFORMAT_APPLY" val="0"/>
</p:tagLst>
</file>

<file path=ppt/tags/tag3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59_2*l_h_a*1_2_1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31759_2*l_h_i*1_2_2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759_2*l_h_f*1_3_1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您思想的提炼，请尽量言简意赅的阐述观点。"/>
  <p:tag name="KSO_WM_UNIT_TEXT_FILL_FORE_SCHEMECOLOR_INDEX" val="1"/>
  <p:tag name="KSO_WM_UNIT_TEXT_FILL_TYPE" val="1"/>
  <p:tag name="KSO_WM_UNIT_USESOURCEFORMAT_APPLY" val="0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759_2*l_h_a*1_3_1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31759_2*l_h_i*1_3_2"/>
  <p:tag name="KSO_WM_TEMPLATE_CATEGORY" val="diagram"/>
  <p:tag name="KSO_WM_TEMPLATE_INDEX" val="2023175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9480285644531,&quot;width&quot;:413.989929199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4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54.75*136.5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816"/>
  <p:tag name="KSO_WM_TEMPLATE_SUBCATEGORY" val="0"/>
  <p:tag name="KSO_WM_SLIDE_INDEX" val="1"/>
  <p:tag name="KSO_WM_TAG_VERSION" val="3.0"/>
  <p:tag name="KSO_WM_SLIDE_ID" val="custom20231804_1"/>
  <p:tag name="KSO_WM_SLIDE_ITEM_CNT" val="3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44_3*a*1"/>
  <p:tag name="KSO_WM_TEMPLATE_CATEGORY" val="diagram"/>
  <p:tag name="KSO_WM_TEMPLATE_INDEX" val="2023314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f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NOCLEAR" val="0"/>
  <p:tag name="KSO_WM_UNIT_VALUE" val="55"/>
  <p:tag name="KSO_WM_UNIT_PRESET_TEXT" val="单击此处输入(您的)智能图形项正文，请尽量言简意赅的阐述观点。"/>
  <p:tag name="KSO_WM_UNIT_FILL_TYPE" val="1"/>
  <p:tag name="KSO_WM_UNIT_FILL_FORE_SCHEMECOLOR_INDEX" val="13"/>
  <p:tag name="KSO_WM_UNIT_FILL_FORE_SCHEMECOLOR_INDEX_BRIGHTNESS" val="0.6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SHADOW_SCHEMECOLOR_INDEX" val="5"/>
  <p:tag name="KSO_WM_UNIT_USESOURCEFORMAT_APPLY" val="0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f*1_2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NOCLEAR" val="0"/>
  <p:tag name="KSO_WM_UNIT_VALUE" val="55"/>
  <p:tag name="KSO_WM_UNIT_PRESET_TEXT" val="单击此处输入(您的)智能图形项正文，请尽量言简意赅的阐述观点。"/>
  <p:tag name="KSO_WM_UNIT_FILL_TYPE" val="1"/>
  <p:tag name="KSO_WM_UNIT_FILL_FORE_SCHEMECOLOR_INDEX" val="13"/>
  <p:tag name="KSO_WM_UNIT_FILL_FORE_SCHEMECOLOR_INDEX_BRIGHTNESS" val="0.6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2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SHADOW_SCHEMECOLOR_INDEX" val="5"/>
  <p:tag name="KSO_WM_UNIT_USESOURCEFORMAT_APPLY" val="0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d*1_2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VALUE" val="550*5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MH_PIC_SOURCE_TYPE" val="generate_slide_ai*VCG41N1391423826*ai_v1.7.4.241014_ONLINE*1729821477249_3.102_bb3b8e4f9014-slide-10"/>
  <p:tag name="KSO_WM_UNIT_LINE_FILL_TYPE" val="2"/>
  <p:tag name="KSO_WM_UNIT_USESOURCEFORMAT_APPLY" val="0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f*1_3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NOCLEAR" val="0"/>
  <p:tag name="KSO_WM_UNIT_PRESET_TEXT" val="单击此处输入(您的)智能图形项正文，请尽量言简意赅的阐述观点。"/>
  <p:tag name="KSO_WM_UNIT_FILL_TYPE" val="1"/>
  <p:tag name="KSO_WM_UNIT_FILL_FORE_SCHEMECOLOR_INDEX" val="13"/>
  <p:tag name="KSO_WM_UNIT_FILL_FORE_SCHEMECOLOR_INDEX_BRIGHTNESS" val="0.6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3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SHADOW_SCHEMECOLOR_INDEX" val="5"/>
  <p:tag name="KSO_WM_UNIT_USESOURCEFORMAT_APPLY" val="0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d*1_3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VALUE" val="550*550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MH_PIC_SOURCE_TYPE" val="generate_slide_ai*VCG41N506727809*ai_v1.7.4.241014_ONLINE*1729821477249_3.102_bb3b8e4f9014-slide-10"/>
  <p:tag name="KSO_WM_UNIT_LINE_FILL_TYPE" val="2"/>
  <p:tag name="KSO_WM_UNIT_USESOURCEFORMAT_APPLY" val="0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d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VALUE" val="550*5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MH_PIC_SOURCE_TYPE" val="generate_slide_ai*VCG41N1170463140*ai_v1.7.4.241014_ONLINE*1729821477249_3.102_bb3b8e4f9014-slide-10"/>
  <p:tag name="KSO_WM_UNIT_LINE_FILL_TYPE" val="2"/>
  <p:tag name="KSO_WM_UNIT_USESOURCEFORMAT_APPLY" val="0"/>
</p:tagLst>
</file>

<file path=ppt/tags/tag353.xml><?xml version="1.0" encoding="utf-8"?>
<p:tagLst xmlns:p="http://schemas.openxmlformats.org/presentationml/2006/main">
  <p:tag name="KSO_WM_SLIDE_ID" val="diagram20233144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1816"/>
  <p:tag name="KSO_WM_SLIDE_TYPE" val="text"/>
  <p:tag name="KSO_WM_SLIDE_SUBTYPE" val="diag"/>
  <p:tag name="KSO_WM_SLIDE_SIZE" val="850.267*388.25"/>
  <p:tag name="KSO_WM_SLIDE_POSITION" val="54.75*10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54.xml><?xml version="1.0" encoding="utf-8"?>
<p:tagLst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  <p:tag name="MH_PIC_SOURCE_TYPE" val="generate_slide_ai*VCG41N884863330*ai_v1.7.4.241014_ONLINE*1729821477249_3.102_bb3b8e4f9014-slide-14"/>
</p:tagLst>
</file>

<file path=ppt/tags/tag3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3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GROUP_CODE" val="l1-1"/>
  <p:tag name="KSO_WM_UNIT_USESOURCEFORMAT_APPLY" val="0"/>
  <p:tag name="KSO_WM_UNIT_PRESET_TEXT" val="单击此处添加标题"/>
</p:tagLst>
</file>

<file path=ppt/tags/tag3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3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"/>
  <p:tag name="KSO_WM_UNIT_USESOURCEFORMAT_APPLY" val="0"/>
</p:tagLst>
</file>

<file path=ppt/tags/tag3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3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3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6_3*l_h_f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"/>
  <p:tag name="KSO_WM_UNIT_USESOURCEFORMAT_APPLY" val="0"/>
</p:tagLst>
</file>

<file path=ppt/tags/tag3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6_3*l_h_a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3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3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"/>
  <p:tag name="KSO_WM_UNIT_USESOURCEFORMAT_APPLY" val="0"/>
</p:tagLst>
</file>

<file path=ppt/tags/tag3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3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363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1816"/>
  <p:tag name="KSO_WM_SLIDE_TYPE" val="text"/>
  <p:tag name="KSO_WM_SLIDE_SUBTYPE" val="picTxt"/>
  <p:tag name="KSO_WM_SLIDE_SIZE" val="745.9*95.95"/>
  <p:tag name="KSO_WM_SLIDE_POSITION" val="121.9*373.2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2474_1*a*1"/>
  <p:tag name="KSO_WM_TEMPLATE_CATEGORY" val="diagram"/>
  <p:tag name="KSO_WM_TEMPLATE_INDEX" val="20232474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36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4_2*l_h_f*1_3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UNIT_VALUE" val="45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TYPE" val="3"/>
  <p:tag name="KSO_WM_UNIT_PRESET_TEXT" val="单击此处添加文本具体内容，简明扼要地阐述您的观点，根据需要可酌情增减文字"/>
  <p:tag name="KSO_WM_UNIT_TEXT_TYPE" val="1"/>
  <p:tag name="KSO_WM_UNIT_USESOURCEFORMAT_APPLY" val="0"/>
</p:tagLst>
</file>

<file path=ppt/tags/tag36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4_2*l_h_f*1_2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UNIT_VALUE" val="45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TYPE" val="3"/>
  <p:tag name="KSO_WM_UNIT_PRESET_TEXT" val="单击此处添加文本具体内容，简明扼要地阐述您的观点，根据需要可酌情增减文字"/>
  <p:tag name="KSO_WM_UNIT_TEXT_TYPE" val="1"/>
  <p:tag name="KSO_WM_UNIT_USESOURCEFORMAT_APPLY" val="0"/>
</p:tagLst>
</file>

<file path=ppt/tags/tag36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4_2*l_h_f*1_1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UNIT_VALUE" val="45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TYPE" val="3"/>
  <p:tag name="KSO_WM_UNIT_PRESET_TEXT" val="单击此处添加文本具体内容，简明扼要地阐述您的观点，根据需要可酌情增减文字"/>
  <p:tag name="KSO_WM_UNIT_TEXT_TYPE" val="1"/>
  <p:tag name="KSO_WM_UNIT_USESOURCEFORMAT_APPLY" val="0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2474_2*l_h_i*1_1_2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4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69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2474_2*l_h_d*1_1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"/>
  <p:tag name="MH_PIC_SOURCE_TYPE" val="generate_slide_ai*VCG41N1439468416*ai_v1.7.4.241014_ONLINE*1729821477249_3.102_bb3b8e4f9014-slide-13"/>
  <p:tag name="KSO_WM_UNIT_LINE_FILL_TYPE" val="2"/>
  <p:tag name="KSO_WM_UNIT_USESOURCEFORMAT_APPLY" val="0"/>
</p:tagLst>
</file>

<file path=ppt/tags/tag3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4_2*l_h_a*1_1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文档标题"/>
  <p:tag name="KSO_WM_UNIT_TEXT_TYPE" val="1"/>
  <p:tag name="KSO_WM_UNIT_USESOURCEFORMAT_APPLY" val="0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2474_2*l_h_i*1_2_2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4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4_2*l_h_a*1_2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文档标题"/>
  <p:tag name="KSO_WM_UNIT_TEXT_TYPE" val="1"/>
  <p:tag name="KSO_WM_UNIT_USESOURCEFORMAT_APPLY" val="0"/>
</p:tagLst>
</file>

<file path=ppt/tags/tag373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2474_2*l_h_d*1_2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"/>
  <p:tag name="MH_PIC_SOURCE_TYPE" val="generate_slide_ai*VCG41N1222793932*ai_v1.7.4.241014_ONLINE*1729821477249_3.102_bb3b8e4f9014-slide-13"/>
  <p:tag name="KSO_WM_UNIT_LINE_FILL_TYPE" val="2"/>
  <p:tag name="KSO_WM_UNIT_USESOURCEFORMAT_APPLY" val="0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2474_2*l_h_i*1_3_2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4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4_2*l_h_a*1_3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文档标题"/>
  <p:tag name="KSO_WM_UNIT_TEXT_TYPE" val="1"/>
  <p:tag name="KSO_WM_UNIT_USESOURCEFORMAT_APPLY" val="0"/>
</p:tagLst>
</file>

<file path=ppt/tags/tag376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2474_2*l_h_d*1_3_1"/>
  <p:tag name="KSO_WM_TEMPLATE_CATEGORY" val="diagram"/>
  <p:tag name="KSO_WM_TEMPLATE_INDEX" val="2023247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86.45001220703125,&quot;left&quot;:54.50727813961002,&quot;top&quot;:148.6999938964844,&quot;width&quot;:851.03552246093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"/>
  <p:tag name="MH_PIC_SOURCE_TYPE" val="generate_slide_ai*VCG41N519590243*ai_v1.7.4.241014_ONLINE*1729821477249_3.102_bb3b8e4f9014-slide-13"/>
  <p:tag name="KSO_WM_UNIT_LINE_FILL_TYPE" val="2"/>
  <p:tag name="KSO_WM_UNIT_USESOURCEFORMAT_APPLY" val="0"/>
</p:tagLst>
</file>

<file path=ppt/tags/tag377.xml><?xml version="1.0" encoding="utf-8"?>
<p:tagLst xmlns:p="http://schemas.openxmlformats.org/presentationml/2006/main">
  <p:tag name="KSO_WM_SLIDE_ID" val="diagram2023247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66.91*286.45"/>
  <p:tag name="KSO_WM_SLIDE_POSITION" val="96.545*148.7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1816"/>
  <p:tag name="KSO_WM_SLIDE_LAYOUT" val="a_l"/>
  <p:tag name="KSO_WM_SLIDE_LAYOUT_CNT" val="1_1"/>
</p:tagLst>
</file>

<file path=ppt/tags/tag3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6"/>
  <p:tag name="KSO_WM_TEMPLATE_INDEX" val="20232463"/>
  <p:tag name="KSO_WM_UNIT_ID" val="custom20232463_1*a*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79.xml><?xml version="1.0" encoding="utf-8"?>
<p:tagLst xmlns:p="http://schemas.openxmlformats.org/presentationml/2006/main">
  <p:tag name="KSO_WM_UNIT_VALUE" val="1904*1453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63_1*d*1"/>
  <p:tag name="KSO_WM_TEMPLATE_CATEGORY" val="custom"/>
  <p:tag name="KSO_WM_TEMPLATE_INDEX" val="20232463"/>
  <p:tag name="KSO_WM_UNIT_LAYERLEVEL" val="1"/>
  <p:tag name="KSO_WM_TAG_VERSION" val="3.0"/>
  <p:tag name="KSO_WM_BEAUTIFY_FLAG" val="#wm#"/>
  <p:tag name="KSO_WM_DIAGRAM_GROUP_CODE" val="l1-1"/>
  <p:tag name="MH_PIC_SOURCE_TYPE" val="generate_slide_ai*VCG41N1629037561*ai_v1.7.4.241014_ONLINE*1729821477249_3.102_bb3b8e4f9014-slide-17"/>
  <p:tag name="KSO_WM_UNIT_LINE_FORE_SCHEMECOLOR_INDEX" val="13"/>
  <p:tag name="KSO_WM_UNIT_LINE_FILL_TYPE" val="2"/>
  <p:tag name="KSO_WM_UNIT_USESOURCEFORMAT_APPLY" val="0"/>
</p:tagLst>
</file>

<file path=ppt/tags/tag38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64_2*l_h_f*1_1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您思想的提炼，请意简言赅地描述您的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8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64_2*l_h_a*1_1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2464_2*l_h_i*1_1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0"/>
</p:tagLst>
</file>

<file path=ppt/tags/tag3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64_2*l_h_f*1_2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UNIT_PRESET_TEXT" val="单击此处输入您的项正文，文字是您思想的提炼，请意简言赅地描述您的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8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64_2*l_h_a*1_2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2464_2*l_h_i*1_2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0"/>
</p:tagLst>
</file>

<file path=ppt/tags/tag3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64_2*l_h_f*1_3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您思想的提炼，请意简言赅地描述您的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64_2*l_h_a*1_3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2464_2*l_h_i*1_3_1"/>
  <p:tag name="KSO_WM_TEMPLATE_CATEGORY" val="diagram"/>
  <p:tag name="KSO_WM_TEMPLATE_INDEX" val="2023246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65.6000061035156,&quot;width&quot;:413.95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0"/>
</p:tagLst>
</file>

<file path=ppt/tags/tag389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95*360.315"/>
  <p:tag name="KSO_WM_SLIDE_POSITION" val="56.7199*138.97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816"/>
  <p:tag name="KSO_WM_TEMPLATE_SUBCATEGORY" val="0"/>
  <p:tag name="KSO_WM_SLIDE_INDEX" val="1"/>
  <p:tag name="KSO_WM_TAG_VERSION" val="3.0"/>
  <p:tag name="KSO_WM_SLIDE_ID" val="custom20232463_1"/>
  <p:tag name="KSO_WM_SLIDE_ITEM_CNT" val="3"/>
</p:tagLst>
</file>

<file path=ppt/tags/tag3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35_2*a*1"/>
  <p:tag name="KSO_WM_TEMPLATE_CATEGORY" val="diagram"/>
  <p:tag name="KSO_WM_TEMPLATE_INDEX" val="20233335"/>
  <p:tag name="KSO_WM_UNIT_LAYERLEVEL" val="1"/>
  <p:tag name="KSO_WM_TAG_VERSION" val="3.0"/>
  <p:tag name="KSO_WM_BEAUTIFY_FLAG" val="#wm#"/>
  <p:tag name="KSO_WM_DIAGRAM_GROUP_CODE" val="l1-1"/>
  <p:tag name="KSO_WM_UNIT_VALUE" val="30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i*1_3_2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i*1_2_2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i*1_1_2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9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35_2*l_h_f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正文，文字是思想的提炼，请言简意赅的阐述观点，单击此处输入项正文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335_2*l_h_a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7"/>
  <p:tag name="KSO_WM_UNIT_PRESET_TEXT" val="单击此处添加&#10;智能图形项标题"/>
  <p:tag name="KSO_WM_UNIT_TEXT_TYPE" val="1"/>
  <p:tag name="KSO_WM_UNIT_USESOURCEFORMAT_APPLY" val="0"/>
</p:tagLst>
</file>

<file path=ppt/tags/tag3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335_2*l_h_f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正文，文字是思想的提炼，请言简意赅的阐述观点，单击此处输入项正文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335_2*l_h_a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7"/>
  <p:tag name="KSO_WM_UNIT_PRESET_TEXT" val="单击此处添加&#10;智能图形项标题"/>
  <p:tag name="KSO_WM_UNIT_TEXT_TYPE" val="1"/>
  <p:tag name="KSO_WM_UNIT_USESOURCEFORMAT_APPLY" val="0"/>
</p:tagLst>
</file>

<file path=ppt/tags/tag3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335_2*l_h_f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正文，文字是思想的提炼，请言简意赅的阐述观点，单击此处输入项正文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335_2*l_h_a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7"/>
  <p:tag name="KSO_WM_UNIT_PRESET_TEXT" val="单击此处添加&#10;智能图形项标题"/>
  <p:tag name="KSO_WM_UNIT_TEXT_TYPE" val="1"/>
  <p:tag name="KSO_WM_UNIT_USESOURCEFORMAT_APPLY" val="0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VALUE" val="620*620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MH_PIC_SOURCE_TYPE" val="generate_slide_ai*VCG41N1421122077*ai_v1.7.4.241014_ONLINE*1729821477249_3.102_bb3b8e4f9014-slide-18"/>
  <p:tag name="KSO_WM_UNIT_LINE_FILL_TYPE" val="2"/>
  <p:tag name="KSO_WM_UNIT_USESOURCEFORMAT_APPLY" val="0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VALUE" val="620*620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MH_PIC_SOURCE_TYPE" val="generate_slide_ai*VCG41N913278752*ai_v1.7.4.241014_ONLINE*1729821477249_3.102_bb3b8e4f9014-slide-18"/>
  <p:tag name="KSO_WM_UNIT_LINE_FILL_TYPE" val="2"/>
  <p:tag name="KSO_WM_UNIT_USESOURCEFORMAT_APPLY" val="0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VALUE" val="620*620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MH_PIC_SOURCE_TYPE" val="generate_slide_ai*VCG41N1715757786*ai_v1.7.4.241014_ONLINE*1729821477249_3.102_bb3b8e4f9014-slide-18"/>
  <p:tag name="KSO_WM_UNIT_LINE_FILL_TYPE" val="2"/>
  <p:tag name="KSO_WM_UNIT_USESOURCEFORMAT_APPLY" val="0"/>
</p:tagLst>
</file>

<file path=ppt/tags/tag403.xml><?xml version="1.0" encoding="utf-8"?>
<p:tagLst xmlns:p="http://schemas.openxmlformats.org/presentationml/2006/main">
  <p:tag name="KSO_WM_SLIDE_ID" val="diagram2023333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1816"/>
  <p:tag name="KSO_WM_SLIDE_TYPE" val="text"/>
  <p:tag name="KSO_WM_SLIDE_SUBTYPE" val="diag"/>
  <p:tag name="KSO_WM_SLIDE_SIZE" val="850.4*372.585"/>
  <p:tag name="KSO_WM_SLIDE_POSITION" val="54.8*138.06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4*a*1"/>
  <p:tag name="KSO_WM_TEMPLATE_CATEGORY" val="diagram"/>
  <p:tag name="KSO_WM_TEMPLATE_INDEX" val="202324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5"/>
  <p:tag name="KSO_WM_DIAGRAM_GROUP_CODE" val="l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i*1_1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1,&quot;foreColorIndex&quot;:5,&quot;transparency&quot;:0.3300000131130218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i*1_2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gradient&quot;:[{&quot;brightness&quot;:0,&quot;colorType&quot;:1,&quot;foreColorIndex&quot;:5,&quot;pos&quot;:0,&quot;transparency&quot;:0.25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i*1_3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1,&quot;foreColorIndex&quot;:5,&quot;transparency&quot;:0.87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1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54_2*l_h_i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54_2*l_h_f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2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54_2*l_h_i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54_2*l_h_f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3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2454_2*l_h_i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54_2*l_h_f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54_2*l_h_a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54_2*l_h_a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54_2*l_h_a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50"/>
  <p:tag name="KSO_WM_UNIT_TYPE" val="l_h_x"/>
  <p:tag name="KSO_WM_UNIT_INDEX" val="1_1_1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36*140"/>
  <p:tag name="KSO_WM_UNIT_TYPE" val="l_h_x"/>
  <p:tag name="KSO_WM_UNIT_INDEX" val="1_2_1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37"/>
  <p:tag name="KSO_WM_UNIT_TYPE" val="l_h_x"/>
  <p:tag name="KSO_WM_UNIT_INDEX" val="1_3_1"/>
  <p:tag name="KSO_WM_DIAGRAM_MAX_ITEMCNT" val="5"/>
  <p:tag name="KSO_WM_DIAGRAM_MIN_ITEMCNT" val="2"/>
  <p:tag name="KSO_WM_DIAGRAM_VIRTUALLY_FRAME" val="{&quot;height&quot;:418.8055114746094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23.xml><?xml version="1.0" encoding="utf-8"?>
<p:tagLst xmlns:p="http://schemas.openxmlformats.org/presentationml/2006/main">
  <p:tag name="KSO_WM_SLIDE_ID" val="diagram2023245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custom"/>
  <p:tag name="KSO_WM_TEMPLATE_INDEX" val="20231816"/>
  <p:tag name="KSO_WM_SLIDE_TYPE" val="text"/>
  <p:tag name="KSO_WM_SLIDE_SUBTYPE" val="diag"/>
  <p:tag name="KSO_WM_SLIDE_SIZE" val="960.331*418.806"/>
  <p:tag name="KSO_WM_SLIDE_POSITION" val="-0.330472*121.50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24.xml><?xml version="1.0" encoding="utf-8"?>
<p:tagLst xmlns:p="http://schemas.openxmlformats.org/presentationml/2006/main">
  <p:tag name="KSO_WM_BEAUTIFY_FLAG" val="#wm#"/>
  <p:tag name="KSO_WM_TEMPLATE_CATEGORY" val="custom"/>
  <p:tag name="KSO_WM_TEMPLATE_INDEX" val="20231816"/>
</p:tagLst>
</file>

<file path=ppt/tags/tag4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99_4*a*1"/>
  <p:tag name="KSO_WM_TEMPLATE_CATEGORY" val="diagram"/>
  <p:tag name="KSO_WM_TEMPLATE_INDEX" val="2023319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i*1_1"/>
  <p:tag name="KSO_WM_TEMPLATE_CATEGORY" val="diagram"/>
  <p:tag name="KSO_WM_TEMPLATE_INDEX" val="20233199"/>
  <p:tag name="KSO_WM_UNIT_LAYERLEVEL" val="1_1"/>
  <p:tag name="KSO_WM_TAG_VERSION" val="3.0"/>
  <p:tag name="KSO_WM_BEAUTIFY_FLAG" val="#wm#"/>
  <p:tag name="KSO_WM_UNIT_TYPE" val="m_i"/>
  <p:tag name="KSO_WM_UNIT_INDEX" val="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4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4*m_h_f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项正文，文字是思想的提炼，请言简意赅的阐述观点。单击此处输入项正文，文字是思想的提炼，请尽量言简意赅的阐述观点。单击输入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4*m_h_a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93*98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94*108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4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97*97"/>
  <p:tag name="KSO_WM_UNIT_TYPE" val="m_h_x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4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4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3199_4*m_h_f*1_5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项正文，文字是思想的提炼，请言简意赅的阐述观点。单击此处输入项正文，文字是思想的提炼，请尽量言简意赅的阐述观点。单击输入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3199_4*m_h_a*1_4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3199_4*m_h_f*1_4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项正文，文字是思想的提炼，请言简意赅的阐述观点。单击此处输入项正文，文字是思想的提炼，请尽量言简意赅的阐述观点。单击输入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3199_4*m_h_a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199_4*m_h_f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项正文，文字是思想的提炼，请言简意赅的阐述观点。单击此处输入项正文，文字是思想的提炼，请尽量言简意赅的阐述观点。单击输入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3199_4*m_h_a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6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VERSION" val="3"/>
  <p:tag name="KSO_WM_DIAGRAM_COLOR_TEXT_CAN_REMOVE" val="n"/>
  <p:tag name="KSO_WM_DIAGRAM_MIN_ITEMCNT" val="2"/>
  <p:tag name="KSO_WM_UNIT_FILL_FORE_SCHEMECOLOR_INDEX" val="14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NDEX" val="1_5_1"/>
  <p:tag name="KSO_WM_UNIT_FILL_FORE_SCHEMECOLOR_INDEX_BRIGHTNESS" val="0"/>
  <p:tag name="KSO_WM_UNIT_FILL_TYPE" val="1"/>
  <p:tag name="KSO_WM_DIAGRAM_VIRTUALLY_FRAME" val="{&quot;height&quot;:388,&quot;width&quot;:850.64990234375}"/>
  <p:tag name="KSO_WM_DIAGRAM_MAX_ITEMCNT" val="5"/>
  <p:tag name="KSO_WM_DIAGRAM_COLOR_TRICK" val="1"/>
  <p:tag name="KSO_WM_DIAGRAM_GROUP_CODE" val="m1-1"/>
  <p:tag name="KSO_WM_UNIT_TYPE" val="m_h_i"/>
  <p:tag name="KSO_WM_TAG_VERSION" val="3.0"/>
  <p:tag name="KSO_WM_TEMPLATE_INDEX" val="20233199"/>
  <p:tag name="KSO_WM_UNIT_ID" val="diagram20233199_4*m_h_i*1_5_1"/>
  <p:tag name="KSO_WM_UNIT_DIAGRAM_ISNUMVISUAL" val="0"/>
  <p:tag name="KSO_WM_UNIT_HIGHLIGHT" val="0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5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4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199_4*m_h_f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项正文，文字是思想的提炼，请言简意赅的阐述观点。单击此处输入项正文，文字是思想的提炼，请尽量言简意赅的阐述观点。单击输入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3199_4*m_h_a*1_5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5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98*98"/>
  <p:tag name="KSO_WM_UNIT_TYPE" val="m_h_x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1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107*108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1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i*1_2"/>
  <p:tag name="KSO_WM_TEMPLATE_CATEGORY" val="diagram"/>
  <p:tag name="KSO_WM_TEMPLATE_INDEX" val="20233199"/>
  <p:tag name="KSO_WM_UNIT_LAYERLEVEL" val="1_1"/>
  <p:tag name="KSO_WM_TAG_VERSION" val="3.0"/>
  <p:tag name="KSO_WM_BEAUTIFY_FLAG" val="#wm#"/>
  <p:tag name="KSO_WM_UNIT_TYPE" val="m_i"/>
  <p:tag name="KSO_WM_UNIT_INDEX" val="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i*1_3"/>
  <p:tag name="KSO_WM_TEMPLATE_CATEGORY" val="diagram"/>
  <p:tag name="KSO_WM_TEMPLATE_INDEX" val="20233199"/>
  <p:tag name="KSO_WM_UNIT_LAYERLEVEL" val="1_1"/>
  <p:tag name="KSO_WM_TAG_VERSION" val="3.0"/>
  <p:tag name="KSO_WM_BEAUTIFY_FLAG" val="#wm#"/>
  <p:tag name="KSO_WM_UNIT_TYPE" val="m_i"/>
  <p:tag name="KSO_WM_UNIT_INDEX" val="1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i*1_4"/>
  <p:tag name="KSO_WM_TEMPLATE_CATEGORY" val="diagram"/>
  <p:tag name="KSO_WM_TEMPLATE_INDEX" val="20233199"/>
  <p:tag name="KSO_WM_UNIT_LAYERLEVEL" val="1_1"/>
  <p:tag name="KSO_WM_TAG_VERSION" val="3.0"/>
  <p:tag name="KSO_WM_BEAUTIFY_FLAG" val="#wm#"/>
  <p:tag name="KSO_WM_UNIT_TYPE" val="m_i"/>
  <p:tag name="KSO_WM_UNIT_INDEX" val="1_4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455.xml><?xml version="1.0" encoding="utf-8"?>
<p:tagLst xmlns:p="http://schemas.openxmlformats.org/presentationml/2006/main">
  <p:tag name="KSO_WM_SLIDE_ID" val="diagram2023319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3199"/>
  <p:tag name="KSO_WM_SLIDE_TYPE" val="text"/>
  <p:tag name="KSO_WM_SLIDE_SUBTYPE" val="diag"/>
  <p:tag name="KSO_WM_SLIDE_SIZE" val="850.602*352.416"/>
  <p:tag name="KSO_WM_SLIDE_POSITION" val="54.8*138.464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4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4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4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4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4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4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4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4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4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4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4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72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1816"/>
  <p:tag name="KSO_WM_SLIDE_LAYOUT" val="a_l"/>
  <p:tag name="KSO_WM_SLIDE_LAYOUT_CNT" val="1_1"/>
  <p:tag name="KSO_WM_SPECIAL_SOURCE" val="bdnull"/>
</p:tagLst>
</file>

<file path=ppt/tags/tag473.xml><?xml version="1.0" encoding="utf-8"?>
<p:tagLst xmlns:p="http://schemas.openxmlformats.org/presentationml/2006/main">
  <p:tag name="commondata" val="eyJoZGlkIjoiZjdmN2M5NWY2Yzc1YWQ2YWQ4YTgxMjgzMmRhNDYzMD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4">
      <a:dk1>
        <a:srgbClr val="000000"/>
      </a:dk1>
      <a:lt1>
        <a:srgbClr val="FFFFFF"/>
      </a:lt1>
      <a:dk2>
        <a:srgbClr val="000B26"/>
      </a:dk2>
      <a:lt2>
        <a:srgbClr val="FFFFFF"/>
      </a:lt2>
      <a:accent1>
        <a:srgbClr val="19A298"/>
      </a:accent1>
      <a:accent2>
        <a:srgbClr val="34CFC3"/>
      </a:accent2>
      <a:accent3>
        <a:srgbClr val="3FABF9"/>
      </a:accent3>
      <a:accent4>
        <a:srgbClr val="A67CFF"/>
      </a:accent4>
      <a:accent5>
        <a:srgbClr val="F84949"/>
      </a:accent5>
      <a:accent6>
        <a:srgbClr val="F66BB6"/>
      </a:accent6>
      <a:hlink>
        <a:srgbClr val="304FFE"/>
      </a:hlink>
      <a:folHlink>
        <a:srgbClr val="492067"/>
      </a:folHlink>
    </a:clrScheme>
    <a:fontScheme name="自定义 6">
      <a:majorFont>
        <a:latin typeface="MiSans Medium"/>
        <a:ea typeface="微软雅黑"/>
        <a:cs typeface=""/>
      </a:majorFont>
      <a:minorFont>
        <a:latin typeface="MiSans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2403</Words>
  <Application>WPS 演示</Application>
  <PresentationFormat>宽屏</PresentationFormat>
  <Paragraphs>258</Paragraphs>
  <Slides>38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7" baseType="lpstr">
      <vt:lpstr>Arial</vt:lpstr>
      <vt:lpstr>宋体</vt:lpstr>
      <vt:lpstr>Wingdings</vt:lpstr>
      <vt:lpstr>Wingdings</vt:lpstr>
      <vt:lpstr>Source Han Sans CN Regular</vt:lpstr>
      <vt:lpstr>+中文正文</vt:lpstr>
      <vt:lpstr>Source Han Sans</vt:lpstr>
      <vt:lpstr>+中文标题</vt:lpstr>
      <vt:lpstr>Source Han Sans CN Bold</vt:lpstr>
      <vt:lpstr>汉仪青云简</vt:lpstr>
      <vt:lpstr>微软雅黑</vt:lpstr>
      <vt:lpstr>Segoe Print</vt:lpstr>
      <vt:lpstr>MiSans Medium</vt:lpstr>
      <vt:lpstr>KSOFF1D7E4CE</vt:lpstr>
      <vt:lpstr>Arial Unicode MS</vt:lpstr>
      <vt:lpstr>Calibri</vt:lpstr>
      <vt:lpstr>黑体</vt:lpstr>
      <vt:lpstr>WPS</vt:lpstr>
      <vt:lpstr>Office 主题​​</vt:lpstr>
      <vt:lpstr>PowerPoint 演示文稿</vt:lpstr>
      <vt:lpstr>垂体瘤概述</vt:lpstr>
      <vt:lpstr>神经内镜技术简介</vt:lpstr>
      <vt:lpstr>经蝶入路手术优势</vt:lpstr>
      <vt:lpstr>PowerPoint 演示文稿</vt:lpstr>
      <vt:lpstr>影像学表现</vt:lpstr>
      <vt:lpstr>术后护理与恢复</vt:lpstr>
      <vt:lpstr>并发症预防与处理</vt:lpstr>
      <vt:lpstr>疗效评估与随访</vt:lpstr>
      <vt:lpstr>         典型病例分享</vt:lpstr>
      <vt:lpstr>武某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蔡某华</vt:lpstr>
      <vt:lpstr>蔡某华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毕某芬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赵某丽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一点体会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174</cp:revision>
  <dcterms:created xsi:type="dcterms:W3CDTF">2019-06-19T02:08:00Z</dcterms:created>
  <dcterms:modified xsi:type="dcterms:W3CDTF">2026-09-14T07:04:19Z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46386E2C40384FA98AFF9C3C88E9818C_11</vt:lpwstr>
  </property>
</Properties>
</file>